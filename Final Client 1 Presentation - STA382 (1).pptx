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3" r:id="rId4"/>
    <p:sldMasterId id="214748370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embeddedFontLst>
    <p:embeddedFont>
      <p:font typeface="Montserrat"/>
      <p:regular r:id="rId29"/>
      <p:bold r:id="rId30"/>
      <p:italic r:id="rId31"/>
      <p:boldItalic r:id="rId32"/>
    </p:embeddedFont>
    <p:embeddedFont>
      <p:font typeface="Montserrat Medium"/>
      <p:regular r:id="rId33"/>
      <p:bold r:id="rId34"/>
      <p:italic r:id="rId35"/>
      <p:boldItalic r:id="rId36"/>
    </p:embeddedFont>
    <p:embeddedFont>
      <p:font typeface="Source Serif 4"/>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Serif4-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33" Type="http://schemas.openxmlformats.org/officeDocument/2006/relationships/font" Target="fonts/MontserratMedium-regular.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MontserratMedium-italic.fntdata"/><Relationship Id="rId12" Type="http://schemas.openxmlformats.org/officeDocument/2006/relationships/slide" Target="slides/slide6.xml"/><Relationship Id="rId34" Type="http://schemas.openxmlformats.org/officeDocument/2006/relationships/font" Target="fonts/MontserratMedium-bold.fntdata"/><Relationship Id="rId15" Type="http://schemas.openxmlformats.org/officeDocument/2006/relationships/slide" Target="slides/slide9.xml"/><Relationship Id="rId37" Type="http://schemas.openxmlformats.org/officeDocument/2006/relationships/font" Target="fonts/SourceSerif4-regular.fntdata"/><Relationship Id="rId14" Type="http://schemas.openxmlformats.org/officeDocument/2006/relationships/slide" Target="slides/slide8.xml"/><Relationship Id="rId36" Type="http://schemas.openxmlformats.org/officeDocument/2006/relationships/font" Target="fonts/MontserratMedium-boldItalic.fntdata"/><Relationship Id="rId17" Type="http://schemas.openxmlformats.org/officeDocument/2006/relationships/slide" Target="slides/slide11.xml"/><Relationship Id="rId39" Type="http://schemas.openxmlformats.org/officeDocument/2006/relationships/font" Target="fonts/SourceSerif4-italic.fntdata"/><Relationship Id="rId16" Type="http://schemas.openxmlformats.org/officeDocument/2006/relationships/slide" Target="slides/slide10.xml"/><Relationship Id="rId38" Type="http://schemas.openxmlformats.org/officeDocument/2006/relationships/font" Target="fonts/SourceSerif4-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87f7e5baed_0_1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8" name="Google Shape;438;g387f7e5baed_0_1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85a6d232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85a6d232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387f7e5baed_0_2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387f7e5baed_0_2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8973afa7a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8973afa7a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8973afa7a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8973afa7a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89322fe53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89322fe53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87f7e5baed_0_2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87f7e5baed_0_2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89322fe53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389322fe53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89322fe53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89322fe53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89322fe533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89322fe533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89322fe53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89322fe53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8973afa7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8973afa7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8973afa7a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9" name="Google Shape;549;g38973afa7a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85a2ecc9b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85a2ecc9b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89f742a843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89f742a843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389f742a843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389f742a843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89f742a843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89f742a843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89f742a843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89f742a843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85a6d2323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85a6d2323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89f742a84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389f742a84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389f742a843_1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389f742a843_1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387f7e5baed_0_17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387f7e5baed_0_17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1">
    <p:spTree>
      <p:nvGrpSpPr>
        <p:cNvPr id="54" name="Shape 54"/>
        <p:cNvGrpSpPr/>
        <p:nvPr/>
      </p:nvGrpSpPr>
      <p:grpSpPr>
        <a:xfrm>
          <a:off x="0" y="0"/>
          <a:ext cx="0" cy="0"/>
          <a:chOff x="0" y="0"/>
          <a:chExt cx="0" cy="0"/>
        </a:xfrm>
      </p:grpSpPr>
      <p:cxnSp>
        <p:nvCxnSpPr>
          <p:cNvPr id="55" name="Google Shape;55;p14"/>
          <p:cNvCxnSpPr/>
          <p:nvPr/>
        </p:nvCxnSpPr>
        <p:spPr>
          <a:xfrm>
            <a:off x="0" y="3618350"/>
            <a:ext cx="9144000" cy="0"/>
          </a:xfrm>
          <a:prstGeom prst="straightConnector1">
            <a:avLst/>
          </a:prstGeom>
          <a:noFill/>
          <a:ln cap="flat" cmpd="sng" w="9525">
            <a:solidFill>
              <a:schemeClr val="dk1"/>
            </a:solidFill>
            <a:prstDash val="solid"/>
            <a:round/>
            <a:headEnd len="med" w="med" type="none"/>
            <a:tailEnd len="med" w="med" type="none"/>
          </a:ln>
        </p:spPr>
      </p:cxnSp>
      <p:sp>
        <p:nvSpPr>
          <p:cNvPr id="56" name="Google Shape;56;p14"/>
          <p:cNvSpPr/>
          <p:nvPr>
            <p:ph idx="2" type="pic"/>
          </p:nvPr>
        </p:nvSpPr>
        <p:spPr>
          <a:xfrm rot="-5400000">
            <a:off x="4689300" y="690800"/>
            <a:ext cx="3062700" cy="5855100"/>
          </a:xfrm>
          <a:prstGeom prst="round2SameRect">
            <a:avLst>
              <a:gd fmla="val 50000" name="adj1"/>
              <a:gd fmla="val 0" name="adj2"/>
            </a:avLst>
          </a:prstGeom>
          <a:noFill/>
          <a:ln>
            <a:noFill/>
          </a:ln>
        </p:spPr>
      </p:sp>
      <p:sp>
        <p:nvSpPr>
          <p:cNvPr id="57" name="Google Shape;57;p14"/>
          <p:cNvSpPr txBox="1"/>
          <p:nvPr>
            <p:ph type="title"/>
          </p:nvPr>
        </p:nvSpPr>
        <p:spPr>
          <a:xfrm>
            <a:off x="256050" y="331317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8" name="Google Shape;58;p14"/>
          <p:cNvSpPr txBox="1"/>
          <p:nvPr>
            <p:ph idx="3" type="title"/>
          </p:nvPr>
        </p:nvSpPr>
        <p:spPr>
          <a:xfrm>
            <a:off x="256050" y="3800525"/>
            <a:ext cx="2352600" cy="123000"/>
          </a:xfrm>
          <a:prstGeom prst="rect">
            <a:avLst/>
          </a:prstGeom>
        </p:spPr>
        <p:txBody>
          <a:bodyPr anchorCtr="0" anchor="t" bIns="0" lIns="0" spcFirstLastPara="1" rIns="0" wrap="square" tIns="0">
            <a:spAutoFit/>
          </a:bodyPr>
          <a:lstStyle>
            <a:lvl1pPr lvl="0">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1pPr>
            <a:lvl2pPr lvl="1">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2pPr>
            <a:lvl3pPr lvl="2">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3pPr>
            <a:lvl4pPr lvl="3">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4pPr>
            <a:lvl5pPr lvl="4">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5pPr>
            <a:lvl6pPr lvl="5">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6pPr>
            <a:lvl7pPr lvl="6">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7pPr>
            <a:lvl8pPr lvl="7">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8pPr>
            <a:lvl9pPr lvl="8">
              <a:lnSpc>
                <a:spcPct val="115000"/>
              </a:lnSpc>
              <a:spcBef>
                <a:spcPts val="0"/>
              </a:spcBef>
              <a:spcAft>
                <a:spcPts val="0"/>
              </a:spcAft>
              <a:buClr>
                <a:schemeClr val="lt2"/>
              </a:buClr>
              <a:buSzPts val="900"/>
              <a:buFont typeface="Montserrat"/>
              <a:buNone/>
              <a:defRPr sz="900">
                <a:solidFill>
                  <a:schemeClr val="lt2"/>
                </a:solidFill>
                <a:latin typeface="Montserrat"/>
                <a:ea typeface="Montserrat"/>
                <a:cs typeface="Montserrat"/>
                <a:sym typeface="Montserrat"/>
              </a:defRPr>
            </a:lvl9pPr>
          </a:lstStyle>
          <a:p/>
        </p:txBody>
      </p:sp>
      <p:sp>
        <p:nvSpPr>
          <p:cNvPr id="59" name="Google Shape;59;p14"/>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60" name="Google Shape;60;p14"/>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dk1"/>
              </a:buClr>
              <a:buSzPts val="6000"/>
              <a:buFont typeface="Montserrat"/>
              <a:buNone/>
              <a:defRPr sz="6000">
                <a:latin typeface="Montserrat"/>
                <a:ea typeface="Montserrat"/>
                <a:cs typeface="Montserrat"/>
                <a:sym typeface="Montserrat"/>
              </a:defRPr>
            </a:lvl1pPr>
            <a:lvl2pPr lvl="1">
              <a:spcBef>
                <a:spcPts val="0"/>
              </a:spcBef>
              <a:spcAft>
                <a:spcPts val="0"/>
              </a:spcAft>
              <a:buClr>
                <a:schemeClr val="dk1"/>
              </a:buClr>
              <a:buSzPts val="6000"/>
              <a:buFont typeface="Montserrat"/>
              <a:buNone/>
              <a:defRPr sz="6000">
                <a:latin typeface="Montserrat"/>
                <a:ea typeface="Montserrat"/>
                <a:cs typeface="Montserrat"/>
                <a:sym typeface="Montserrat"/>
              </a:defRPr>
            </a:lvl2pPr>
            <a:lvl3pPr lvl="2">
              <a:spcBef>
                <a:spcPts val="0"/>
              </a:spcBef>
              <a:spcAft>
                <a:spcPts val="0"/>
              </a:spcAft>
              <a:buClr>
                <a:schemeClr val="dk1"/>
              </a:buClr>
              <a:buSzPts val="6000"/>
              <a:buFont typeface="Montserrat"/>
              <a:buNone/>
              <a:defRPr sz="6000">
                <a:latin typeface="Montserrat"/>
                <a:ea typeface="Montserrat"/>
                <a:cs typeface="Montserrat"/>
                <a:sym typeface="Montserrat"/>
              </a:defRPr>
            </a:lvl3pPr>
            <a:lvl4pPr lvl="3">
              <a:spcBef>
                <a:spcPts val="0"/>
              </a:spcBef>
              <a:spcAft>
                <a:spcPts val="0"/>
              </a:spcAft>
              <a:buClr>
                <a:schemeClr val="dk1"/>
              </a:buClr>
              <a:buSzPts val="6000"/>
              <a:buFont typeface="Montserrat"/>
              <a:buNone/>
              <a:defRPr sz="6000">
                <a:latin typeface="Montserrat"/>
                <a:ea typeface="Montserrat"/>
                <a:cs typeface="Montserrat"/>
                <a:sym typeface="Montserrat"/>
              </a:defRPr>
            </a:lvl4pPr>
            <a:lvl5pPr lvl="4">
              <a:spcBef>
                <a:spcPts val="0"/>
              </a:spcBef>
              <a:spcAft>
                <a:spcPts val="0"/>
              </a:spcAft>
              <a:buClr>
                <a:schemeClr val="dk1"/>
              </a:buClr>
              <a:buSzPts val="6000"/>
              <a:buFont typeface="Montserrat"/>
              <a:buNone/>
              <a:defRPr sz="6000">
                <a:latin typeface="Montserrat"/>
                <a:ea typeface="Montserrat"/>
                <a:cs typeface="Montserrat"/>
                <a:sym typeface="Montserrat"/>
              </a:defRPr>
            </a:lvl5pPr>
            <a:lvl6pPr lvl="5">
              <a:spcBef>
                <a:spcPts val="0"/>
              </a:spcBef>
              <a:spcAft>
                <a:spcPts val="0"/>
              </a:spcAft>
              <a:buClr>
                <a:schemeClr val="dk1"/>
              </a:buClr>
              <a:buSzPts val="6000"/>
              <a:buFont typeface="Montserrat"/>
              <a:buNone/>
              <a:defRPr sz="6000">
                <a:latin typeface="Montserrat"/>
                <a:ea typeface="Montserrat"/>
                <a:cs typeface="Montserrat"/>
                <a:sym typeface="Montserrat"/>
              </a:defRPr>
            </a:lvl6pPr>
            <a:lvl7pPr lvl="6">
              <a:spcBef>
                <a:spcPts val="0"/>
              </a:spcBef>
              <a:spcAft>
                <a:spcPts val="0"/>
              </a:spcAft>
              <a:buClr>
                <a:schemeClr val="dk1"/>
              </a:buClr>
              <a:buSzPts val="6000"/>
              <a:buFont typeface="Montserrat"/>
              <a:buNone/>
              <a:defRPr sz="6000">
                <a:latin typeface="Montserrat"/>
                <a:ea typeface="Montserrat"/>
                <a:cs typeface="Montserrat"/>
                <a:sym typeface="Montserrat"/>
              </a:defRPr>
            </a:lvl7pPr>
            <a:lvl8pPr lvl="7">
              <a:spcBef>
                <a:spcPts val="0"/>
              </a:spcBef>
              <a:spcAft>
                <a:spcPts val="0"/>
              </a:spcAft>
              <a:buClr>
                <a:schemeClr val="dk1"/>
              </a:buClr>
              <a:buSzPts val="6000"/>
              <a:buFont typeface="Montserrat"/>
              <a:buNone/>
              <a:defRPr sz="6000">
                <a:latin typeface="Montserrat"/>
                <a:ea typeface="Montserrat"/>
                <a:cs typeface="Montserrat"/>
                <a:sym typeface="Montserrat"/>
              </a:defRPr>
            </a:lvl8pPr>
            <a:lvl9pPr lvl="8">
              <a:spcBef>
                <a:spcPts val="0"/>
              </a:spcBef>
              <a:spcAft>
                <a:spcPts val="0"/>
              </a:spcAft>
              <a:buClr>
                <a:schemeClr val="dk1"/>
              </a:buClr>
              <a:buSzPts val="6000"/>
              <a:buFont typeface="Montserrat"/>
              <a:buNone/>
              <a:defRPr sz="6000">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alt">
  <p:cSld name="BLANK_1_1_1">
    <p:spTree>
      <p:nvGrpSpPr>
        <p:cNvPr id="61" name="Shape 61"/>
        <p:cNvGrpSpPr/>
        <p:nvPr/>
      </p:nvGrpSpPr>
      <p:grpSpPr>
        <a:xfrm>
          <a:off x="0" y="0"/>
          <a:ext cx="0" cy="0"/>
          <a:chOff x="0" y="0"/>
          <a:chExt cx="0" cy="0"/>
        </a:xfrm>
      </p:grpSpPr>
      <p:sp>
        <p:nvSpPr>
          <p:cNvPr id="62" name="Google Shape;62;p15"/>
          <p:cNvSpPr txBox="1"/>
          <p:nvPr>
            <p:ph idx="1" type="body"/>
          </p:nvPr>
        </p:nvSpPr>
        <p:spPr>
          <a:xfrm>
            <a:off x="256025" y="26476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3" name="Google Shape;63;p1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4" name="Google Shape;64;p15"/>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1_2">
    <p:spTree>
      <p:nvGrpSpPr>
        <p:cNvPr id="65" name="Shape 65"/>
        <p:cNvGrpSpPr/>
        <p:nvPr/>
      </p:nvGrpSpPr>
      <p:grpSpPr>
        <a:xfrm>
          <a:off x="0" y="0"/>
          <a:ext cx="0" cy="0"/>
          <a:chOff x="0" y="0"/>
          <a:chExt cx="0" cy="0"/>
        </a:xfrm>
      </p:grpSpPr>
      <p:sp>
        <p:nvSpPr>
          <p:cNvPr id="66" name="Google Shape;66;p16"/>
          <p:cNvSpPr/>
          <p:nvPr/>
        </p:nvSpPr>
        <p:spPr>
          <a:xfrm>
            <a:off x="4572000" y="-6600"/>
            <a:ext cx="4572000" cy="515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7" name="Google Shape;67;p16"/>
          <p:cNvSpPr txBox="1"/>
          <p:nvPr>
            <p:ph type="title"/>
          </p:nvPr>
        </p:nvSpPr>
        <p:spPr>
          <a:xfrm>
            <a:off x="256025" y="213150"/>
            <a:ext cx="4261200" cy="1005900"/>
          </a:xfrm>
          <a:prstGeom prst="rect">
            <a:avLst/>
          </a:prstGeom>
        </p:spPr>
        <p:txBody>
          <a:bodyPr anchorCtr="0" anchor="t" bIns="0" lIns="0" spcFirstLastPara="1" rIns="0" wrap="square" tIns="0">
            <a:norm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68" name="Google Shape;68;p16"/>
          <p:cNvSpPr txBox="1"/>
          <p:nvPr>
            <p:ph idx="1" type="body"/>
          </p:nvPr>
        </p:nvSpPr>
        <p:spPr>
          <a:xfrm>
            <a:off x="256025" y="1547275"/>
            <a:ext cx="36396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69" name="Google Shape;69;p16"/>
          <p:cNvSpPr txBox="1"/>
          <p:nvPr>
            <p:ph idx="2" type="title"/>
          </p:nvPr>
        </p:nvSpPr>
        <p:spPr>
          <a:xfrm>
            <a:off x="6067500" y="4448600"/>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1000">
                <a:solidFill>
                  <a:schemeClr val="lt2"/>
                </a:solidFill>
                <a:latin typeface="Montserrat"/>
                <a:ea typeface="Montserrat"/>
                <a:cs typeface="Montserrat"/>
                <a:sym typeface="Montserrat"/>
              </a:defRPr>
            </a:lvl1pPr>
            <a:lvl2pPr lvl="1">
              <a:lnSpc>
                <a:spcPct val="115000"/>
              </a:lnSpc>
              <a:spcBef>
                <a:spcPts val="0"/>
              </a:spcBef>
              <a:spcAft>
                <a:spcPts val="0"/>
              </a:spcAft>
              <a:buNone/>
              <a:defRPr sz="1000">
                <a:solidFill>
                  <a:schemeClr val="lt2"/>
                </a:solidFill>
                <a:latin typeface="Montserrat"/>
                <a:ea typeface="Montserrat"/>
                <a:cs typeface="Montserrat"/>
                <a:sym typeface="Montserrat"/>
              </a:defRPr>
            </a:lvl2pPr>
            <a:lvl3pPr lvl="2">
              <a:lnSpc>
                <a:spcPct val="115000"/>
              </a:lnSpc>
              <a:spcBef>
                <a:spcPts val="0"/>
              </a:spcBef>
              <a:spcAft>
                <a:spcPts val="0"/>
              </a:spcAft>
              <a:buNone/>
              <a:defRPr sz="1000">
                <a:solidFill>
                  <a:schemeClr val="lt2"/>
                </a:solidFill>
                <a:latin typeface="Montserrat"/>
                <a:ea typeface="Montserrat"/>
                <a:cs typeface="Montserrat"/>
                <a:sym typeface="Montserrat"/>
              </a:defRPr>
            </a:lvl3pPr>
            <a:lvl4pPr lvl="3">
              <a:lnSpc>
                <a:spcPct val="115000"/>
              </a:lnSpc>
              <a:spcBef>
                <a:spcPts val="0"/>
              </a:spcBef>
              <a:spcAft>
                <a:spcPts val="0"/>
              </a:spcAft>
              <a:buNone/>
              <a:defRPr sz="1000">
                <a:solidFill>
                  <a:schemeClr val="lt2"/>
                </a:solidFill>
                <a:latin typeface="Montserrat"/>
                <a:ea typeface="Montserrat"/>
                <a:cs typeface="Montserrat"/>
                <a:sym typeface="Montserrat"/>
              </a:defRPr>
            </a:lvl4pPr>
            <a:lvl5pPr lvl="4">
              <a:lnSpc>
                <a:spcPct val="115000"/>
              </a:lnSpc>
              <a:spcBef>
                <a:spcPts val="0"/>
              </a:spcBef>
              <a:spcAft>
                <a:spcPts val="0"/>
              </a:spcAft>
              <a:buNone/>
              <a:defRPr sz="1000">
                <a:solidFill>
                  <a:schemeClr val="lt2"/>
                </a:solidFill>
                <a:latin typeface="Montserrat"/>
                <a:ea typeface="Montserrat"/>
                <a:cs typeface="Montserrat"/>
                <a:sym typeface="Montserrat"/>
              </a:defRPr>
            </a:lvl5pPr>
            <a:lvl6pPr lvl="5">
              <a:lnSpc>
                <a:spcPct val="115000"/>
              </a:lnSpc>
              <a:spcBef>
                <a:spcPts val="0"/>
              </a:spcBef>
              <a:spcAft>
                <a:spcPts val="0"/>
              </a:spcAft>
              <a:buNone/>
              <a:defRPr sz="1000">
                <a:solidFill>
                  <a:schemeClr val="lt2"/>
                </a:solidFill>
                <a:latin typeface="Montserrat"/>
                <a:ea typeface="Montserrat"/>
                <a:cs typeface="Montserrat"/>
                <a:sym typeface="Montserrat"/>
              </a:defRPr>
            </a:lvl6pPr>
            <a:lvl7pPr lvl="6">
              <a:lnSpc>
                <a:spcPct val="115000"/>
              </a:lnSpc>
              <a:spcBef>
                <a:spcPts val="0"/>
              </a:spcBef>
              <a:spcAft>
                <a:spcPts val="0"/>
              </a:spcAft>
              <a:buNone/>
              <a:defRPr sz="1000">
                <a:solidFill>
                  <a:schemeClr val="lt2"/>
                </a:solidFill>
                <a:latin typeface="Montserrat"/>
                <a:ea typeface="Montserrat"/>
                <a:cs typeface="Montserrat"/>
                <a:sym typeface="Montserrat"/>
              </a:defRPr>
            </a:lvl7pPr>
            <a:lvl8pPr lvl="7">
              <a:lnSpc>
                <a:spcPct val="115000"/>
              </a:lnSpc>
              <a:spcBef>
                <a:spcPts val="0"/>
              </a:spcBef>
              <a:spcAft>
                <a:spcPts val="0"/>
              </a:spcAft>
              <a:buNone/>
              <a:defRPr sz="1000">
                <a:solidFill>
                  <a:schemeClr val="lt2"/>
                </a:solidFill>
                <a:latin typeface="Montserrat"/>
                <a:ea typeface="Montserrat"/>
                <a:cs typeface="Montserrat"/>
                <a:sym typeface="Montserrat"/>
              </a:defRPr>
            </a:lvl8pPr>
            <a:lvl9pPr lvl="8">
              <a:lnSpc>
                <a:spcPct val="115000"/>
              </a:lnSpc>
              <a:spcBef>
                <a:spcPts val="0"/>
              </a:spcBef>
              <a:spcAft>
                <a:spcPts val="0"/>
              </a:spcAft>
              <a:buNone/>
              <a:defRPr sz="1000">
                <a:solidFill>
                  <a:schemeClr val="lt2"/>
                </a:solidFill>
                <a:latin typeface="Montserrat"/>
                <a:ea typeface="Montserrat"/>
                <a:cs typeface="Montserrat"/>
                <a:sym typeface="Montserrat"/>
              </a:defRPr>
            </a:lvl9pPr>
          </a:lstStyle>
          <a:p/>
        </p:txBody>
      </p:sp>
      <p:sp>
        <p:nvSpPr>
          <p:cNvPr id="70" name="Google Shape;70;p16"/>
          <p:cNvSpPr txBox="1"/>
          <p:nvPr>
            <p:ph idx="3" type="title"/>
          </p:nvPr>
        </p:nvSpPr>
        <p:spPr>
          <a:xfrm>
            <a:off x="6067500" y="4621154"/>
            <a:ext cx="1581000" cy="118500"/>
          </a:xfrm>
          <a:prstGeom prst="rect">
            <a:avLst/>
          </a:prstGeom>
        </p:spPr>
        <p:txBody>
          <a:bodyPr anchorCtr="0" anchor="t" bIns="0" lIns="0" spcFirstLastPara="1" rIns="0" wrap="square" tIns="0">
            <a:normAutofit/>
          </a:bodyPr>
          <a:lstStyle>
            <a:lvl1pPr lvl="0" algn="ctr">
              <a:spcBef>
                <a:spcPts val="0"/>
              </a:spcBef>
              <a:spcAft>
                <a:spcPts val="0"/>
              </a:spcAft>
              <a:buNone/>
              <a:defRPr sz="800">
                <a:solidFill>
                  <a:schemeClr val="lt2"/>
                </a:solidFill>
              </a:defRPr>
            </a:lvl1pPr>
            <a:lvl2pPr lvl="1">
              <a:lnSpc>
                <a:spcPct val="115000"/>
              </a:lnSpc>
              <a:spcBef>
                <a:spcPts val="0"/>
              </a:spcBef>
              <a:spcAft>
                <a:spcPts val="0"/>
              </a:spcAft>
              <a:buNone/>
              <a:defRPr sz="800">
                <a:solidFill>
                  <a:schemeClr val="lt2"/>
                </a:solidFill>
              </a:defRPr>
            </a:lvl2pPr>
            <a:lvl3pPr lvl="2">
              <a:lnSpc>
                <a:spcPct val="115000"/>
              </a:lnSpc>
              <a:spcBef>
                <a:spcPts val="0"/>
              </a:spcBef>
              <a:spcAft>
                <a:spcPts val="0"/>
              </a:spcAft>
              <a:buNone/>
              <a:defRPr sz="800">
                <a:solidFill>
                  <a:schemeClr val="lt2"/>
                </a:solidFill>
              </a:defRPr>
            </a:lvl3pPr>
            <a:lvl4pPr lvl="3">
              <a:lnSpc>
                <a:spcPct val="115000"/>
              </a:lnSpc>
              <a:spcBef>
                <a:spcPts val="0"/>
              </a:spcBef>
              <a:spcAft>
                <a:spcPts val="0"/>
              </a:spcAft>
              <a:buNone/>
              <a:defRPr sz="800">
                <a:solidFill>
                  <a:schemeClr val="lt2"/>
                </a:solidFill>
              </a:defRPr>
            </a:lvl4pPr>
            <a:lvl5pPr lvl="4">
              <a:lnSpc>
                <a:spcPct val="115000"/>
              </a:lnSpc>
              <a:spcBef>
                <a:spcPts val="0"/>
              </a:spcBef>
              <a:spcAft>
                <a:spcPts val="0"/>
              </a:spcAft>
              <a:buNone/>
              <a:defRPr sz="800">
                <a:solidFill>
                  <a:schemeClr val="lt2"/>
                </a:solidFill>
              </a:defRPr>
            </a:lvl5pPr>
            <a:lvl6pPr lvl="5">
              <a:lnSpc>
                <a:spcPct val="115000"/>
              </a:lnSpc>
              <a:spcBef>
                <a:spcPts val="0"/>
              </a:spcBef>
              <a:spcAft>
                <a:spcPts val="0"/>
              </a:spcAft>
              <a:buNone/>
              <a:defRPr sz="800">
                <a:solidFill>
                  <a:schemeClr val="lt2"/>
                </a:solidFill>
              </a:defRPr>
            </a:lvl6pPr>
            <a:lvl7pPr lvl="6">
              <a:lnSpc>
                <a:spcPct val="115000"/>
              </a:lnSpc>
              <a:spcBef>
                <a:spcPts val="0"/>
              </a:spcBef>
              <a:spcAft>
                <a:spcPts val="0"/>
              </a:spcAft>
              <a:buNone/>
              <a:defRPr sz="800">
                <a:solidFill>
                  <a:schemeClr val="lt2"/>
                </a:solidFill>
              </a:defRPr>
            </a:lvl7pPr>
            <a:lvl8pPr lvl="7">
              <a:lnSpc>
                <a:spcPct val="115000"/>
              </a:lnSpc>
              <a:spcBef>
                <a:spcPts val="0"/>
              </a:spcBef>
              <a:spcAft>
                <a:spcPts val="0"/>
              </a:spcAft>
              <a:buNone/>
              <a:defRPr sz="800">
                <a:solidFill>
                  <a:schemeClr val="lt2"/>
                </a:solidFill>
              </a:defRPr>
            </a:lvl8pPr>
            <a:lvl9pPr lvl="8">
              <a:lnSpc>
                <a:spcPct val="115000"/>
              </a:lnSpc>
              <a:spcBef>
                <a:spcPts val="0"/>
              </a:spcBef>
              <a:spcAft>
                <a:spcPts val="0"/>
              </a:spcAft>
              <a:buNone/>
              <a:defRPr sz="800">
                <a:solidFill>
                  <a:schemeClr val="lt2"/>
                </a:solidFill>
              </a:defRPr>
            </a:lvl9pPr>
          </a:lstStyle>
          <a:p/>
        </p:txBody>
      </p:sp>
      <p:sp>
        <p:nvSpPr>
          <p:cNvPr id="71" name="Google Shape;71;p16"/>
          <p:cNvSpPr txBox="1"/>
          <p:nvPr>
            <p:ph idx="4"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72" name="Google Shape;72;p16"/>
          <p:cNvSpPr txBox="1"/>
          <p:nvPr>
            <p:ph idx="5" type="body"/>
          </p:nvPr>
        </p:nvSpPr>
        <p:spPr>
          <a:xfrm>
            <a:off x="5190600" y="1902000"/>
            <a:ext cx="3639600" cy="1644300"/>
          </a:xfrm>
          <a:prstGeom prst="rect">
            <a:avLst/>
          </a:prstGeom>
        </p:spPr>
        <p:txBody>
          <a:bodyPr anchorCtr="0" anchor="t" bIns="0" lIns="0" spcFirstLastPara="1" rIns="0" wrap="square" tIns="0">
            <a:noAutofit/>
          </a:bodyPr>
          <a:lstStyle>
            <a:lvl1pPr indent="-342900" lvl="0" marL="457200" algn="ctr">
              <a:lnSpc>
                <a:spcPct val="115000"/>
              </a:lnSpc>
              <a:spcBef>
                <a:spcPts val="0"/>
              </a:spcBef>
              <a:spcAft>
                <a:spcPts val="0"/>
              </a:spcAft>
              <a:buClr>
                <a:schemeClr val="lt2"/>
              </a:buClr>
              <a:buSzPts val="1800"/>
              <a:buFont typeface="Montserrat"/>
              <a:buChar char="●"/>
              <a:defRPr sz="1800"/>
            </a:lvl1pPr>
            <a:lvl2pPr indent="-342900" lvl="1" marL="914400" algn="ctr">
              <a:lnSpc>
                <a:spcPct val="115000"/>
              </a:lnSpc>
              <a:spcBef>
                <a:spcPts val="0"/>
              </a:spcBef>
              <a:spcAft>
                <a:spcPts val="0"/>
              </a:spcAft>
              <a:buClr>
                <a:schemeClr val="lt2"/>
              </a:buClr>
              <a:buSzPts val="1800"/>
              <a:buFont typeface="Montserrat"/>
              <a:buChar char="○"/>
              <a:defRPr sz="1800"/>
            </a:lvl2pPr>
            <a:lvl3pPr indent="-342900" lvl="2" marL="1371600" algn="ctr">
              <a:lnSpc>
                <a:spcPct val="115000"/>
              </a:lnSpc>
              <a:spcBef>
                <a:spcPts val="0"/>
              </a:spcBef>
              <a:spcAft>
                <a:spcPts val="0"/>
              </a:spcAft>
              <a:buClr>
                <a:schemeClr val="lt2"/>
              </a:buClr>
              <a:buSzPts val="1800"/>
              <a:buFont typeface="Montserrat"/>
              <a:buChar char="■"/>
              <a:defRPr sz="1800"/>
            </a:lvl3pPr>
            <a:lvl4pPr indent="-342900" lvl="3" marL="1828800" algn="ctr">
              <a:lnSpc>
                <a:spcPct val="115000"/>
              </a:lnSpc>
              <a:spcBef>
                <a:spcPts val="0"/>
              </a:spcBef>
              <a:spcAft>
                <a:spcPts val="0"/>
              </a:spcAft>
              <a:buClr>
                <a:schemeClr val="lt2"/>
              </a:buClr>
              <a:buSzPts val="1800"/>
              <a:buFont typeface="Montserrat"/>
              <a:buChar char="●"/>
              <a:defRPr sz="1800"/>
            </a:lvl4pPr>
            <a:lvl5pPr indent="-342900" lvl="4" marL="2286000" algn="ctr">
              <a:lnSpc>
                <a:spcPct val="115000"/>
              </a:lnSpc>
              <a:spcBef>
                <a:spcPts val="0"/>
              </a:spcBef>
              <a:spcAft>
                <a:spcPts val="0"/>
              </a:spcAft>
              <a:buClr>
                <a:schemeClr val="lt2"/>
              </a:buClr>
              <a:buSzPts val="1800"/>
              <a:buFont typeface="Montserrat"/>
              <a:buChar char="○"/>
              <a:defRPr sz="1800"/>
            </a:lvl5pPr>
            <a:lvl6pPr indent="-342900" lvl="5" marL="2743200" algn="ctr">
              <a:lnSpc>
                <a:spcPct val="115000"/>
              </a:lnSpc>
              <a:spcBef>
                <a:spcPts val="0"/>
              </a:spcBef>
              <a:spcAft>
                <a:spcPts val="0"/>
              </a:spcAft>
              <a:buClr>
                <a:schemeClr val="lt2"/>
              </a:buClr>
              <a:buSzPts val="1800"/>
              <a:buFont typeface="Montserrat"/>
              <a:buChar char="■"/>
              <a:defRPr sz="1800"/>
            </a:lvl6pPr>
            <a:lvl7pPr indent="-342900" lvl="6" marL="3200400" algn="ctr">
              <a:lnSpc>
                <a:spcPct val="115000"/>
              </a:lnSpc>
              <a:spcBef>
                <a:spcPts val="0"/>
              </a:spcBef>
              <a:spcAft>
                <a:spcPts val="0"/>
              </a:spcAft>
              <a:buClr>
                <a:schemeClr val="lt2"/>
              </a:buClr>
              <a:buSzPts val="1800"/>
              <a:buFont typeface="Montserrat"/>
              <a:buChar char="●"/>
              <a:defRPr sz="1800"/>
            </a:lvl7pPr>
            <a:lvl8pPr indent="-342900" lvl="7" marL="3657600" algn="ctr">
              <a:lnSpc>
                <a:spcPct val="115000"/>
              </a:lnSpc>
              <a:spcBef>
                <a:spcPts val="0"/>
              </a:spcBef>
              <a:spcAft>
                <a:spcPts val="0"/>
              </a:spcAft>
              <a:buClr>
                <a:schemeClr val="lt2"/>
              </a:buClr>
              <a:buSzPts val="1800"/>
              <a:buFont typeface="Montserrat"/>
              <a:buChar char="○"/>
              <a:defRPr sz="1800"/>
            </a:lvl8pPr>
            <a:lvl9pPr indent="-342900" lvl="8" marL="4114800" algn="ctr">
              <a:lnSpc>
                <a:spcPct val="115000"/>
              </a:lnSpc>
              <a:spcBef>
                <a:spcPts val="0"/>
              </a:spcBef>
              <a:spcAft>
                <a:spcPts val="0"/>
              </a:spcAft>
              <a:buClr>
                <a:schemeClr val="lt2"/>
              </a:buClr>
              <a:buSzPts val="1800"/>
              <a:buFont typeface="Montserrat"/>
              <a:buChar char="■"/>
              <a:defRPr sz="18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5">
    <p:bg>
      <p:bgPr>
        <a:solidFill>
          <a:schemeClr val="dk2"/>
        </a:solidFill>
      </p:bgPr>
    </p:bg>
    <p:spTree>
      <p:nvGrpSpPr>
        <p:cNvPr id="73" name="Shape 73"/>
        <p:cNvGrpSpPr/>
        <p:nvPr/>
      </p:nvGrpSpPr>
      <p:grpSpPr>
        <a:xfrm>
          <a:off x="0" y="0"/>
          <a:ext cx="0" cy="0"/>
          <a:chOff x="0" y="0"/>
          <a:chExt cx="0" cy="0"/>
        </a:xfrm>
      </p:grpSpPr>
      <p:sp>
        <p:nvSpPr>
          <p:cNvPr id="74" name="Google Shape;74;p1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75" name="Google Shape;75;p17"/>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6" name="Google Shape;76;p17"/>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7" name="Google Shape;77;p17"/>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8" name="Google Shape;78;p17"/>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79" name="Google Shape;79;p17"/>
          <p:cNvSpPr txBox="1"/>
          <p:nvPr>
            <p:ph idx="1" type="body"/>
          </p:nvPr>
        </p:nvSpPr>
        <p:spPr>
          <a:xfrm>
            <a:off x="255975" y="183635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80" name="Google Shape;80;p17"/>
          <p:cNvSpPr txBox="1"/>
          <p:nvPr>
            <p:ph idx="2" type="title"/>
          </p:nvPr>
        </p:nvSpPr>
        <p:spPr>
          <a:xfrm>
            <a:off x="2559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81" name="Google Shape;81;p17"/>
          <p:cNvSpPr txBox="1"/>
          <p:nvPr>
            <p:ph idx="3" type="body"/>
          </p:nvPr>
        </p:nvSpPr>
        <p:spPr>
          <a:xfrm>
            <a:off x="250612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82" name="Google Shape;82;p17"/>
          <p:cNvSpPr txBox="1"/>
          <p:nvPr>
            <p:ph idx="4" type="title"/>
          </p:nvPr>
        </p:nvSpPr>
        <p:spPr>
          <a:xfrm>
            <a:off x="250612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83" name="Google Shape;83;p17"/>
          <p:cNvSpPr txBox="1"/>
          <p:nvPr>
            <p:ph idx="5" type="body"/>
          </p:nvPr>
        </p:nvSpPr>
        <p:spPr>
          <a:xfrm>
            <a:off x="4756275" y="183635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84" name="Google Shape;84;p17"/>
          <p:cNvSpPr txBox="1"/>
          <p:nvPr>
            <p:ph idx="6" type="title"/>
          </p:nvPr>
        </p:nvSpPr>
        <p:spPr>
          <a:xfrm>
            <a:off x="4756275" y="154727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BLANK_1_1_1_1_1_1_1_1_1_1_1_4">
    <p:spTree>
      <p:nvGrpSpPr>
        <p:cNvPr id="85" name="Shape 85"/>
        <p:cNvGrpSpPr/>
        <p:nvPr/>
      </p:nvGrpSpPr>
      <p:grpSpPr>
        <a:xfrm>
          <a:off x="0" y="0"/>
          <a:ext cx="0" cy="0"/>
          <a:chOff x="0" y="0"/>
          <a:chExt cx="0" cy="0"/>
        </a:xfrm>
      </p:grpSpPr>
      <p:sp>
        <p:nvSpPr>
          <p:cNvPr id="86" name="Google Shape;86;p18"/>
          <p:cNvSpPr/>
          <p:nvPr/>
        </p:nvSpPr>
        <p:spPr>
          <a:xfrm>
            <a:off x="-75" y="10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87" name="Google Shape;87;p18"/>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88" name="Google Shape;88;p18"/>
          <p:cNvSpPr txBox="1"/>
          <p:nvPr>
            <p:ph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89" name="Google Shape;89;p18"/>
          <p:cNvSpPr txBox="1"/>
          <p:nvPr>
            <p:ph idx="2"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0" name="Google Shape;90;p18"/>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2">
  <p:cSld name="BLANK_1_1_1_1_1_1_1_1_1_1_1_4_2">
    <p:spTree>
      <p:nvGrpSpPr>
        <p:cNvPr id="91" name="Shape 91"/>
        <p:cNvGrpSpPr/>
        <p:nvPr/>
      </p:nvGrpSpPr>
      <p:grpSpPr>
        <a:xfrm>
          <a:off x="0" y="0"/>
          <a:ext cx="0" cy="0"/>
          <a:chOff x="0" y="0"/>
          <a:chExt cx="0" cy="0"/>
        </a:xfrm>
      </p:grpSpPr>
      <p:sp>
        <p:nvSpPr>
          <p:cNvPr id="92" name="Google Shape;92;p19"/>
          <p:cNvSpPr/>
          <p:nvPr/>
        </p:nvSpPr>
        <p:spPr>
          <a:xfrm flipH="1">
            <a:off x="-25" y="0"/>
            <a:ext cx="65658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93" name="Google Shape;93;p19"/>
          <p:cNvSpPr txBox="1"/>
          <p:nvPr>
            <p:ph type="title"/>
          </p:nvPr>
        </p:nvSpPr>
        <p:spPr>
          <a:xfrm>
            <a:off x="256025" y="213150"/>
            <a:ext cx="60540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4" name="Google Shape;94;p19"/>
          <p:cNvSpPr txBox="1"/>
          <p:nvPr>
            <p:ph idx="1" type="body"/>
          </p:nvPr>
        </p:nvSpPr>
        <p:spPr>
          <a:xfrm>
            <a:off x="6821675" y="1272000"/>
            <a:ext cx="2066400" cy="2239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95" name="Google Shape;95;p19"/>
          <p:cNvSpPr txBox="1"/>
          <p:nvPr>
            <p:ph idx="2" type="title"/>
          </p:nvPr>
        </p:nvSpPr>
        <p:spPr>
          <a:xfrm>
            <a:off x="4517150" y="4764350"/>
            <a:ext cx="1792800" cy="123000"/>
          </a:xfrm>
          <a:prstGeom prst="rect">
            <a:avLst/>
          </a:prstGeom>
        </p:spPr>
        <p:txBody>
          <a:bodyPr anchorCtr="0" anchor="t" bIns="0" lIns="0" spcFirstLastPara="1" rIns="0" wrap="square" tIns="0">
            <a:spAutoFit/>
          </a:bodyPr>
          <a:lstStyle>
            <a:lvl1pPr lvl="0"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1pPr>
            <a:lvl2pPr lvl="1"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2pPr>
            <a:lvl3pPr lvl="2"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3pPr>
            <a:lvl4pPr lvl="3"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4pPr>
            <a:lvl5pPr lvl="4"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5pPr>
            <a:lvl6pPr lvl="5"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6pPr>
            <a:lvl7pPr lvl="6"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7pPr>
            <a:lvl8pPr lvl="7"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8pPr>
            <a:lvl9pPr lvl="8" algn="r">
              <a:lnSpc>
                <a:spcPct val="115000"/>
              </a:lnSpc>
              <a:spcBef>
                <a:spcPts val="0"/>
              </a:spcBef>
              <a:spcAft>
                <a:spcPts val="0"/>
              </a:spcAft>
              <a:buClr>
                <a:schemeClr val="accent3"/>
              </a:buClr>
              <a:buSzPts val="900"/>
              <a:buFont typeface="Montserrat"/>
              <a:buNone/>
              <a:defRPr sz="900">
                <a:solidFill>
                  <a:schemeClr val="accent3"/>
                </a:solidFill>
                <a:latin typeface="Montserrat"/>
                <a:ea typeface="Montserrat"/>
                <a:cs typeface="Montserrat"/>
                <a:sym typeface="Montserrat"/>
              </a:defRPr>
            </a:lvl9pPr>
          </a:lstStyle>
          <a:p/>
        </p:txBody>
      </p:sp>
      <p:sp>
        <p:nvSpPr>
          <p:cNvPr id="96" name="Google Shape;96;p19"/>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ub-section 3">
  <p:cSld name="BLANK_1_1_1_1_1_1_1_1_1_1_1_4_1_1_1">
    <p:bg>
      <p:bgPr>
        <a:solidFill>
          <a:schemeClr val="dk1"/>
        </a:solidFill>
      </p:bgPr>
    </p:bg>
    <p:spTree>
      <p:nvGrpSpPr>
        <p:cNvPr id="97" name="Shape 97"/>
        <p:cNvGrpSpPr/>
        <p:nvPr/>
      </p:nvGrpSpPr>
      <p:grpSpPr>
        <a:xfrm>
          <a:off x="0" y="0"/>
          <a:ext cx="0" cy="0"/>
          <a:chOff x="0" y="0"/>
          <a:chExt cx="0" cy="0"/>
        </a:xfrm>
      </p:grpSpPr>
      <p:sp>
        <p:nvSpPr>
          <p:cNvPr id="98" name="Google Shape;98;p20"/>
          <p:cNvSpPr txBox="1"/>
          <p:nvPr>
            <p:ph type="title"/>
          </p:nvPr>
        </p:nvSpPr>
        <p:spPr>
          <a:xfrm>
            <a:off x="256025" y="213150"/>
            <a:ext cx="55836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solidFill>
                  <a:schemeClr val="accent3"/>
                </a:solidFill>
              </a:defRPr>
            </a:lvl1pPr>
            <a:lvl2pPr lvl="1">
              <a:lnSpc>
                <a:spcPct val="115000"/>
              </a:lnSpc>
              <a:spcBef>
                <a:spcPts val="0"/>
              </a:spcBef>
              <a:spcAft>
                <a:spcPts val="0"/>
              </a:spcAft>
              <a:buNone/>
              <a:defRPr sz="3000">
                <a:solidFill>
                  <a:schemeClr val="accent3"/>
                </a:solidFill>
              </a:defRPr>
            </a:lvl2pPr>
            <a:lvl3pPr lvl="2">
              <a:lnSpc>
                <a:spcPct val="115000"/>
              </a:lnSpc>
              <a:spcBef>
                <a:spcPts val="0"/>
              </a:spcBef>
              <a:spcAft>
                <a:spcPts val="0"/>
              </a:spcAft>
              <a:buNone/>
              <a:defRPr sz="3000">
                <a:solidFill>
                  <a:schemeClr val="accent3"/>
                </a:solidFill>
              </a:defRPr>
            </a:lvl3pPr>
            <a:lvl4pPr lvl="3">
              <a:lnSpc>
                <a:spcPct val="115000"/>
              </a:lnSpc>
              <a:spcBef>
                <a:spcPts val="0"/>
              </a:spcBef>
              <a:spcAft>
                <a:spcPts val="0"/>
              </a:spcAft>
              <a:buNone/>
              <a:defRPr sz="3000">
                <a:solidFill>
                  <a:schemeClr val="accent3"/>
                </a:solidFill>
              </a:defRPr>
            </a:lvl4pPr>
            <a:lvl5pPr lvl="4">
              <a:lnSpc>
                <a:spcPct val="115000"/>
              </a:lnSpc>
              <a:spcBef>
                <a:spcPts val="0"/>
              </a:spcBef>
              <a:spcAft>
                <a:spcPts val="0"/>
              </a:spcAft>
              <a:buNone/>
              <a:defRPr sz="3000">
                <a:solidFill>
                  <a:schemeClr val="accent3"/>
                </a:solidFill>
              </a:defRPr>
            </a:lvl5pPr>
            <a:lvl6pPr lvl="5">
              <a:lnSpc>
                <a:spcPct val="115000"/>
              </a:lnSpc>
              <a:spcBef>
                <a:spcPts val="0"/>
              </a:spcBef>
              <a:spcAft>
                <a:spcPts val="0"/>
              </a:spcAft>
              <a:buNone/>
              <a:defRPr sz="3000">
                <a:solidFill>
                  <a:schemeClr val="accent3"/>
                </a:solidFill>
              </a:defRPr>
            </a:lvl6pPr>
            <a:lvl7pPr lvl="6">
              <a:lnSpc>
                <a:spcPct val="115000"/>
              </a:lnSpc>
              <a:spcBef>
                <a:spcPts val="0"/>
              </a:spcBef>
              <a:spcAft>
                <a:spcPts val="0"/>
              </a:spcAft>
              <a:buNone/>
              <a:defRPr sz="3000">
                <a:solidFill>
                  <a:schemeClr val="accent3"/>
                </a:solidFill>
              </a:defRPr>
            </a:lvl7pPr>
            <a:lvl8pPr lvl="7">
              <a:lnSpc>
                <a:spcPct val="115000"/>
              </a:lnSpc>
              <a:spcBef>
                <a:spcPts val="0"/>
              </a:spcBef>
              <a:spcAft>
                <a:spcPts val="0"/>
              </a:spcAft>
              <a:buNone/>
              <a:defRPr sz="3000">
                <a:solidFill>
                  <a:schemeClr val="accent3"/>
                </a:solidFill>
              </a:defRPr>
            </a:lvl8pPr>
            <a:lvl9pPr lvl="8">
              <a:lnSpc>
                <a:spcPct val="115000"/>
              </a:lnSpc>
              <a:spcBef>
                <a:spcPts val="0"/>
              </a:spcBef>
              <a:spcAft>
                <a:spcPts val="0"/>
              </a:spcAft>
              <a:buNone/>
              <a:defRPr sz="3000">
                <a:solidFill>
                  <a:schemeClr val="accent3"/>
                </a:solidFill>
              </a:defRPr>
            </a:lvl9pPr>
          </a:lstStyle>
          <a:p/>
        </p:txBody>
      </p:sp>
      <p:sp>
        <p:nvSpPr>
          <p:cNvPr id="99" name="Google Shape;99;p20"/>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0" name="Google Shape;100;p20"/>
          <p:cNvSpPr txBox="1"/>
          <p:nvPr>
            <p:ph idx="1" type="body"/>
          </p:nvPr>
        </p:nvSpPr>
        <p:spPr>
          <a:xfrm>
            <a:off x="255975" y="187672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i="1"/>
            </a:lvl1pPr>
            <a:lvl2pPr indent="-285750" lvl="1" marL="914400">
              <a:spcBef>
                <a:spcPts val="0"/>
              </a:spcBef>
              <a:spcAft>
                <a:spcPts val="0"/>
              </a:spcAft>
              <a:buClr>
                <a:schemeClr val="lt2"/>
              </a:buClr>
              <a:buSzPts val="900"/>
              <a:buFont typeface="Montserrat"/>
              <a:buChar char="○"/>
              <a:defRPr i="1"/>
            </a:lvl2pPr>
            <a:lvl3pPr indent="-285750" lvl="2" marL="1371600">
              <a:spcBef>
                <a:spcPts val="0"/>
              </a:spcBef>
              <a:spcAft>
                <a:spcPts val="0"/>
              </a:spcAft>
              <a:buClr>
                <a:schemeClr val="lt2"/>
              </a:buClr>
              <a:buSzPts val="900"/>
              <a:buFont typeface="Montserrat"/>
              <a:buChar char="■"/>
              <a:defRPr i="1"/>
            </a:lvl3pPr>
            <a:lvl4pPr indent="-285750" lvl="3" marL="1828800">
              <a:spcBef>
                <a:spcPts val="0"/>
              </a:spcBef>
              <a:spcAft>
                <a:spcPts val="0"/>
              </a:spcAft>
              <a:buClr>
                <a:schemeClr val="lt2"/>
              </a:buClr>
              <a:buSzPts val="900"/>
              <a:buFont typeface="Montserrat"/>
              <a:buChar char="●"/>
              <a:defRPr i="1"/>
            </a:lvl4pPr>
            <a:lvl5pPr indent="-285750" lvl="4" marL="2286000">
              <a:spcBef>
                <a:spcPts val="0"/>
              </a:spcBef>
              <a:spcAft>
                <a:spcPts val="0"/>
              </a:spcAft>
              <a:buClr>
                <a:schemeClr val="lt2"/>
              </a:buClr>
              <a:buSzPts val="900"/>
              <a:buFont typeface="Montserrat"/>
              <a:buChar char="○"/>
              <a:defRPr i="1"/>
            </a:lvl5pPr>
            <a:lvl6pPr indent="-285750" lvl="5" marL="2743200">
              <a:spcBef>
                <a:spcPts val="0"/>
              </a:spcBef>
              <a:spcAft>
                <a:spcPts val="0"/>
              </a:spcAft>
              <a:buClr>
                <a:schemeClr val="lt2"/>
              </a:buClr>
              <a:buSzPts val="900"/>
              <a:buFont typeface="Montserrat"/>
              <a:buChar char="■"/>
              <a:defRPr i="1"/>
            </a:lvl6pPr>
            <a:lvl7pPr indent="-285750" lvl="6" marL="3200400">
              <a:spcBef>
                <a:spcPts val="0"/>
              </a:spcBef>
              <a:spcAft>
                <a:spcPts val="0"/>
              </a:spcAft>
              <a:buClr>
                <a:schemeClr val="lt2"/>
              </a:buClr>
              <a:buSzPts val="900"/>
              <a:buFont typeface="Montserrat"/>
              <a:buChar char="●"/>
              <a:defRPr i="1"/>
            </a:lvl7pPr>
            <a:lvl8pPr indent="-285750" lvl="7" marL="3657600">
              <a:spcBef>
                <a:spcPts val="0"/>
              </a:spcBef>
              <a:spcAft>
                <a:spcPts val="0"/>
              </a:spcAft>
              <a:buClr>
                <a:schemeClr val="lt2"/>
              </a:buClr>
              <a:buSzPts val="900"/>
              <a:buFont typeface="Montserrat"/>
              <a:buChar char="○"/>
              <a:defRPr i="1"/>
            </a:lvl8pPr>
            <a:lvl9pPr indent="-285750" lvl="8" marL="4114800">
              <a:spcBef>
                <a:spcPts val="0"/>
              </a:spcBef>
              <a:spcAft>
                <a:spcPts val="0"/>
              </a:spcAft>
              <a:buClr>
                <a:schemeClr val="lt2"/>
              </a:buClr>
              <a:buSzPts val="900"/>
              <a:buFont typeface="Montserrat"/>
              <a:buChar char="■"/>
              <a:defRPr i="1"/>
            </a:lvl9pPr>
          </a:lstStyle>
          <a:p/>
        </p:txBody>
      </p:sp>
      <p:sp>
        <p:nvSpPr>
          <p:cNvPr id="101" name="Google Shape;101;p20"/>
          <p:cNvSpPr txBox="1"/>
          <p:nvPr>
            <p:ph idx="2" type="body"/>
          </p:nvPr>
        </p:nvSpPr>
        <p:spPr>
          <a:xfrm>
            <a:off x="25061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02" name="Google Shape;102;p20"/>
          <p:cNvSpPr txBox="1"/>
          <p:nvPr>
            <p:ph idx="3" type="body"/>
          </p:nvPr>
        </p:nvSpPr>
        <p:spPr>
          <a:xfrm>
            <a:off x="4756375" y="187672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i="1"/>
            </a:lvl1pPr>
            <a:lvl2pPr indent="-285750" lvl="1" marL="914400">
              <a:lnSpc>
                <a:spcPct val="115000"/>
              </a:lnSpc>
              <a:spcBef>
                <a:spcPts val="0"/>
              </a:spcBef>
              <a:spcAft>
                <a:spcPts val="0"/>
              </a:spcAft>
              <a:buClr>
                <a:schemeClr val="lt2"/>
              </a:buClr>
              <a:buSzPts val="900"/>
              <a:buFont typeface="Montserrat"/>
              <a:buChar char="○"/>
              <a:defRPr i="1"/>
            </a:lvl2pPr>
            <a:lvl3pPr indent="-285750" lvl="2" marL="1371600">
              <a:lnSpc>
                <a:spcPct val="115000"/>
              </a:lnSpc>
              <a:spcBef>
                <a:spcPts val="0"/>
              </a:spcBef>
              <a:spcAft>
                <a:spcPts val="0"/>
              </a:spcAft>
              <a:buClr>
                <a:schemeClr val="lt2"/>
              </a:buClr>
              <a:buSzPts val="900"/>
              <a:buFont typeface="Montserrat"/>
              <a:buChar char="■"/>
              <a:defRPr i="1"/>
            </a:lvl3pPr>
            <a:lvl4pPr indent="-285750" lvl="3" marL="1828800">
              <a:lnSpc>
                <a:spcPct val="115000"/>
              </a:lnSpc>
              <a:spcBef>
                <a:spcPts val="0"/>
              </a:spcBef>
              <a:spcAft>
                <a:spcPts val="0"/>
              </a:spcAft>
              <a:buClr>
                <a:schemeClr val="lt2"/>
              </a:buClr>
              <a:buSzPts val="900"/>
              <a:buFont typeface="Montserrat"/>
              <a:buChar char="●"/>
              <a:defRPr i="1"/>
            </a:lvl4pPr>
            <a:lvl5pPr indent="-285750" lvl="4" marL="2286000">
              <a:lnSpc>
                <a:spcPct val="115000"/>
              </a:lnSpc>
              <a:spcBef>
                <a:spcPts val="0"/>
              </a:spcBef>
              <a:spcAft>
                <a:spcPts val="0"/>
              </a:spcAft>
              <a:buClr>
                <a:schemeClr val="lt2"/>
              </a:buClr>
              <a:buSzPts val="900"/>
              <a:buFont typeface="Montserrat"/>
              <a:buChar char="○"/>
              <a:defRPr i="1"/>
            </a:lvl5pPr>
            <a:lvl6pPr indent="-285750" lvl="5" marL="2743200">
              <a:lnSpc>
                <a:spcPct val="115000"/>
              </a:lnSpc>
              <a:spcBef>
                <a:spcPts val="0"/>
              </a:spcBef>
              <a:spcAft>
                <a:spcPts val="0"/>
              </a:spcAft>
              <a:buClr>
                <a:schemeClr val="lt2"/>
              </a:buClr>
              <a:buSzPts val="900"/>
              <a:buFont typeface="Montserrat"/>
              <a:buChar char="■"/>
              <a:defRPr i="1"/>
            </a:lvl6pPr>
            <a:lvl7pPr indent="-285750" lvl="6" marL="3200400">
              <a:lnSpc>
                <a:spcPct val="115000"/>
              </a:lnSpc>
              <a:spcBef>
                <a:spcPts val="0"/>
              </a:spcBef>
              <a:spcAft>
                <a:spcPts val="0"/>
              </a:spcAft>
              <a:buClr>
                <a:schemeClr val="lt2"/>
              </a:buClr>
              <a:buSzPts val="900"/>
              <a:buFont typeface="Montserrat"/>
              <a:buChar char="●"/>
              <a:defRPr i="1"/>
            </a:lvl7pPr>
            <a:lvl8pPr indent="-285750" lvl="7" marL="3657600">
              <a:lnSpc>
                <a:spcPct val="115000"/>
              </a:lnSpc>
              <a:spcBef>
                <a:spcPts val="0"/>
              </a:spcBef>
              <a:spcAft>
                <a:spcPts val="0"/>
              </a:spcAft>
              <a:buClr>
                <a:schemeClr val="lt2"/>
              </a:buClr>
              <a:buSzPts val="900"/>
              <a:buFont typeface="Montserrat"/>
              <a:buChar char="○"/>
              <a:defRPr i="1"/>
            </a:lvl8pPr>
            <a:lvl9pPr indent="-285750" lvl="8" marL="4114800">
              <a:lnSpc>
                <a:spcPct val="115000"/>
              </a:lnSpc>
              <a:spcBef>
                <a:spcPts val="0"/>
              </a:spcBef>
              <a:spcAft>
                <a:spcPts val="0"/>
              </a:spcAft>
              <a:buClr>
                <a:schemeClr val="lt2"/>
              </a:buClr>
              <a:buSzPts val="900"/>
              <a:buFont typeface="Montserrat"/>
              <a:buChar char="■"/>
              <a:defRPr i="1"/>
            </a:lvl9pPr>
          </a:lstStyle>
          <a:p/>
        </p:txBody>
      </p:sp>
      <p:sp>
        <p:nvSpPr>
          <p:cNvPr id="103" name="Google Shape;103;p20"/>
          <p:cNvSpPr txBox="1"/>
          <p:nvPr>
            <p:ph idx="4" type="subTitle"/>
          </p:nvPr>
        </p:nvSpPr>
        <p:spPr>
          <a:xfrm>
            <a:off x="255975" y="1548360"/>
            <a:ext cx="4131900" cy="254400"/>
          </a:xfrm>
          <a:prstGeom prst="rect">
            <a:avLst/>
          </a:prstGeom>
        </p:spPr>
        <p:txBody>
          <a:bodyPr anchorCtr="0" anchor="t" bIns="0" lIns="0" spcFirstLastPara="1" rIns="0" wrap="square" tIns="0">
            <a:noAutofit/>
          </a:bodyPr>
          <a:lstStyle>
            <a:lvl1pPr lvl="0" algn="l">
              <a:spcBef>
                <a:spcPts val="0"/>
              </a:spcBef>
              <a:spcAft>
                <a:spcPts val="0"/>
              </a:spcAft>
              <a:buSzPts val="800"/>
              <a:buNone/>
              <a:defRPr sz="14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cxnSp>
        <p:nvCxnSpPr>
          <p:cNvPr id="104" name="Google Shape;104;p20"/>
          <p:cNvCxnSpPr>
            <a:stCxn id="105" idx="2"/>
            <a:endCxn id="106" idx="6"/>
          </p:cNvCxnSpPr>
          <p:nvPr/>
        </p:nvCxnSpPr>
        <p:spPr>
          <a:xfrm>
            <a:off x="7312308" y="609469"/>
            <a:ext cx="1831500" cy="0"/>
          </a:xfrm>
          <a:prstGeom prst="straightConnector1">
            <a:avLst/>
          </a:prstGeom>
          <a:noFill/>
          <a:ln cap="flat" cmpd="sng" w="9525">
            <a:solidFill>
              <a:schemeClr val="accent1"/>
            </a:solidFill>
            <a:prstDash val="solid"/>
            <a:round/>
            <a:headEnd len="med" w="med" type="none"/>
            <a:tailEnd len="med" w="med" type="none"/>
          </a:ln>
        </p:spPr>
      </p:cxnSp>
      <p:sp>
        <p:nvSpPr>
          <p:cNvPr id="106" name="Google Shape;106;p20"/>
          <p:cNvSpPr/>
          <p:nvPr/>
        </p:nvSpPr>
        <p:spPr>
          <a:xfrm>
            <a:off x="7925052" y="0"/>
            <a:ext cx="1218900" cy="1218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7" name="Google Shape;107;p20"/>
          <p:cNvSpPr/>
          <p:nvPr/>
        </p:nvSpPr>
        <p:spPr>
          <a:xfrm>
            <a:off x="7503454" y="189104"/>
            <a:ext cx="840900" cy="8409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05" name="Google Shape;105;p20"/>
          <p:cNvSpPr/>
          <p:nvPr/>
        </p:nvSpPr>
        <p:spPr>
          <a:xfrm>
            <a:off x="7312308" y="403669"/>
            <a:ext cx="411600" cy="4116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1_1_1_1_1_1_1_1_1_1_3_1">
    <p:spTree>
      <p:nvGrpSpPr>
        <p:cNvPr id="108" name="Shape 108"/>
        <p:cNvGrpSpPr/>
        <p:nvPr/>
      </p:nvGrpSpPr>
      <p:grpSpPr>
        <a:xfrm>
          <a:off x="0" y="0"/>
          <a:ext cx="0" cy="0"/>
          <a:chOff x="0" y="0"/>
          <a:chExt cx="0" cy="0"/>
        </a:xfrm>
      </p:grpSpPr>
      <p:sp>
        <p:nvSpPr>
          <p:cNvPr id="109" name="Google Shape;109;p21"/>
          <p:cNvSpPr txBox="1"/>
          <p:nvPr>
            <p:ph idx="1" type="body"/>
          </p:nvPr>
        </p:nvSpPr>
        <p:spPr>
          <a:xfrm>
            <a:off x="255975" y="2020075"/>
            <a:ext cx="1881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10" name="Google Shape;110;p21"/>
          <p:cNvSpPr txBox="1"/>
          <p:nvPr>
            <p:ph idx="2" type="subTitle"/>
          </p:nvPr>
        </p:nvSpPr>
        <p:spPr>
          <a:xfrm>
            <a:off x="2559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1" name="Google Shape;111;p21"/>
          <p:cNvSpPr/>
          <p:nvPr/>
        </p:nvSpPr>
        <p:spPr>
          <a:xfrm flipH="1" rot="10800000">
            <a:off x="6692400"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12" name="Google Shape;112;p2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13" name="Google Shape;113;p21"/>
          <p:cNvSpPr txBox="1"/>
          <p:nvPr>
            <p:ph idx="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14" name="Google Shape;114;p21"/>
          <p:cNvSpPr txBox="1"/>
          <p:nvPr>
            <p:ph idx="4" type="body"/>
          </p:nvPr>
        </p:nvSpPr>
        <p:spPr>
          <a:xfrm>
            <a:off x="255862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5" name="Google Shape;115;p21"/>
          <p:cNvSpPr txBox="1"/>
          <p:nvPr>
            <p:ph idx="5" type="subTitle"/>
          </p:nvPr>
        </p:nvSpPr>
        <p:spPr>
          <a:xfrm>
            <a:off x="25586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6" name="Google Shape;116;p21"/>
          <p:cNvSpPr txBox="1"/>
          <p:nvPr>
            <p:ph idx="6" type="body"/>
          </p:nvPr>
        </p:nvSpPr>
        <p:spPr>
          <a:xfrm>
            <a:off x="4808775" y="2020075"/>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7" name="Google Shape;117;p21"/>
          <p:cNvSpPr txBox="1"/>
          <p:nvPr>
            <p:ph idx="7" type="subTitle"/>
          </p:nvPr>
        </p:nvSpPr>
        <p:spPr>
          <a:xfrm>
            <a:off x="480877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18" name="Google Shape;118;p21"/>
          <p:cNvSpPr txBox="1"/>
          <p:nvPr>
            <p:ph idx="8" type="body"/>
          </p:nvPr>
        </p:nvSpPr>
        <p:spPr>
          <a:xfrm>
            <a:off x="6821675" y="2023213"/>
            <a:ext cx="1881600" cy="618300"/>
          </a:xfrm>
          <a:prstGeom prst="rect">
            <a:avLst/>
          </a:prstGeom>
        </p:spPr>
        <p:txBody>
          <a:bodyPr anchorCtr="0" anchor="t"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19" name="Google Shape;119;p21"/>
          <p:cNvSpPr txBox="1"/>
          <p:nvPr>
            <p:ph idx="9" type="subTitle"/>
          </p:nvPr>
        </p:nvSpPr>
        <p:spPr>
          <a:xfrm>
            <a:off x="7058925" y="1718725"/>
            <a:ext cx="1881600" cy="2544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sz="1200"/>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0" name="Google Shape;120;p21"/>
          <p:cNvSpPr txBox="1"/>
          <p:nvPr>
            <p:ph idx="13" type="subTitle"/>
          </p:nvPr>
        </p:nvSpPr>
        <p:spPr>
          <a:xfrm>
            <a:off x="2559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1" name="Google Shape;121;p21"/>
          <p:cNvSpPr txBox="1"/>
          <p:nvPr>
            <p:ph idx="14" type="subTitle"/>
          </p:nvPr>
        </p:nvSpPr>
        <p:spPr>
          <a:xfrm>
            <a:off x="25586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2" name="Google Shape;122;p21"/>
          <p:cNvSpPr txBox="1"/>
          <p:nvPr>
            <p:ph idx="15" type="subTitle"/>
          </p:nvPr>
        </p:nvSpPr>
        <p:spPr>
          <a:xfrm>
            <a:off x="480877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
        <p:nvSpPr>
          <p:cNvPr id="123" name="Google Shape;123;p21"/>
          <p:cNvSpPr txBox="1"/>
          <p:nvPr>
            <p:ph idx="16" type="subTitle"/>
          </p:nvPr>
        </p:nvSpPr>
        <p:spPr>
          <a:xfrm>
            <a:off x="7058925" y="1132938"/>
            <a:ext cx="1881600" cy="145500"/>
          </a:xfrm>
          <a:prstGeom prst="rect">
            <a:avLst/>
          </a:prstGeom>
        </p:spPr>
        <p:txBody>
          <a:bodyPr anchorCtr="0" anchor="ctr" bIns="0" lIns="0" spcFirstLastPara="1" rIns="0" wrap="square" tIns="0">
            <a:noAutofit/>
          </a:bodyPr>
          <a:lstStyle>
            <a:lvl1pPr lvl="0" algn="l">
              <a:spcBef>
                <a:spcPts val="0"/>
              </a:spcBef>
              <a:spcAft>
                <a:spcPts val="0"/>
              </a:spcAft>
              <a:buSzPts val="800"/>
              <a:buNone/>
              <a:defRPr i="1" sz="1000">
                <a:latin typeface="Source Serif 4"/>
                <a:ea typeface="Source Serif 4"/>
                <a:cs typeface="Source Serif 4"/>
                <a:sym typeface="Source Serif 4"/>
              </a:defRPr>
            </a:lvl1pPr>
            <a:lvl2pPr lvl="1">
              <a:spcBef>
                <a:spcPts val="0"/>
              </a:spcBef>
              <a:spcAft>
                <a:spcPts val="0"/>
              </a:spcAft>
              <a:buSzPts val="800"/>
              <a:buNone/>
              <a:defRPr/>
            </a:lvl2pPr>
            <a:lvl3pPr lvl="2">
              <a:spcBef>
                <a:spcPts val="0"/>
              </a:spcBef>
              <a:spcAft>
                <a:spcPts val="0"/>
              </a:spcAft>
              <a:buSzPts val="800"/>
              <a:buNone/>
              <a:defRPr/>
            </a:lvl3pPr>
            <a:lvl4pPr lvl="3">
              <a:spcBef>
                <a:spcPts val="0"/>
              </a:spcBef>
              <a:spcAft>
                <a:spcPts val="0"/>
              </a:spcAft>
              <a:buSzPts val="800"/>
              <a:buNone/>
              <a:defRPr/>
            </a:lvl4pPr>
            <a:lvl5pPr lvl="4">
              <a:spcBef>
                <a:spcPts val="0"/>
              </a:spcBef>
              <a:spcAft>
                <a:spcPts val="0"/>
              </a:spcAft>
              <a:buSzPts val="800"/>
              <a:buNone/>
              <a:defRPr/>
            </a:lvl5pPr>
            <a:lvl6pPr lvl="5">
              <a:spcBef>
                <a:spcPts val="0"/>
              </a:spcBef>
              <a:spcAft>
                <a:spcPts val="0"/>
              </a:spcAft>
              <a:buSzPts val="800"/>
              <a:buNone/>
              <a:defRPr/>
            </a:lvl6pPr>
            <a:lvl7pPr lvl="6">
              <a:spcBef>
                <a:spcPts val="0"/>
              </a:spcBef>
              <a:spcAft>
                <a:spcPts val="0"/>
              </a:spcAft>
              <a:buSzPts val="800"/>
              <a:buNone/>
              <a:defRPr/>
            </a:lvl7pPr>
            <a:lvl8pPr lvl="7">
              <a:spcBef>
                <a:spcPts val="0"/>
              </a:spcBef>
              <a:spcAft>
                <a:spcPts val="0"/>
              </a:spcAft>
              <a:buSzPts val="800"/>
              <a:buNone/>
              <a:defRPr/>
            </a:lvl8pPr>
            <a:lvl9pPr lvl="8">
              <a:spcBef>
                <a:spcPts val="0"/>
              </a:spcBef>
              <a:spcAft>
                <a:spcPts val="0"/>
              </a:spcAft>
              <a:buSzPts val="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2 content display">
  <p:cSld name="BLANK_1_1_1_1_1_1_1_1_1_1_1_2_1_4">
    <p:bg>
      <p:bgPr>
        <a:solidFill>
          <a:schemeClr val="lt1"/>
        </a:solidFill>
      </p:bgPr>
    </p:bg>
    <p:spTree>
      <p:nvGrpSpPr>
        <p:cNvPr id="124" name="Shape 124"/>
        <p:cNvGrpSpPr/>
        <p:nvPr/>
      </p:nvGrpSpPr>
      <p:grpSpPr>
        <a:xfrm>
          <a:off x="0" y="0"/>
          <a:ext cx="0" cy="0"/>
          <a:chOff x="0" y="0"/>
          <a:chExt cx="0" cy="0"/>
        </a:xfrm>
      </p:grpSpPr>
      <p:sp>
        <p:nvSpPr>
          <p:cNvPr id="125" name="Google Shape;125;p22"/>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6" name="Google Shape;126;p22"/>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7" name="Google Shape;127;p2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28" name="Google Shape;128;p22"/>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29" name="Google Shape;129;p22"/>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0" name="Google Shape;130;p22"/>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31" name="Google Shape;131;p22"/>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132" name="Google Shape;132;p22"/>
          <p:cNvCxnSpPr>
            <a:stCxn id="131" idx="7"/>
            <a:endCxn id="128"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133" name="Google Shape;133;p22"/>
          <p:cNvCxnSpPr>
            <a:stCxn id="131"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134" name="Google Shape;134;p22"/>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135" name="Google Shape;135;p22"/>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36" name="Google Shape;136;p22"/>
          <p:cNvSpPr txBox="1"/>
          <p:nvPr>
            <p:ph idx="2" type="body"/>
          </p:nvPr>
        </p:nvSpPr>
        <p:spPr>
          <a:xfrm>
            <a:off x="1994150" y="32310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37" name="Google Shape;137;p22"/>
          <p:cNvSpPr/>
          <p:nvPr>
            <p:ph idx="3" type="pic"/>
          </p:nvPr>
        </p:nvSpPr>
        <p:spPr>
          <a:xfrm>
            <a:off x="255950" y="2983150"/>
            <a:ext cx="1588200" cy="1904400"/>
          </a:xfrm>
          <a:prstGeom prst="rect">
            <a:avLst/>
          </a:prstGeom>
          <a:noFill/>
          <a:ln>
            <a:noFill/>
          </a:ln>
        </p:spPr>
      </p:sp>
      <p:sp>
        <p:nvSpPr>
          <p:cNvPr id="138" name="Google Shape;138;p22"/>
          <p:cNvSpPr txBox="1"/>
          <p:nvPr>
            <p:ph idx="4" type="subTitle"/>
          </p:nvPr>
        </p:nvSpPr>
        <p:spPr>
          <a:xfrm>
            <a:off x="1994150" y="29940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39" name="Google Shape;139;p22"/>
          <p:cNvSpPr txBox="1"/>
          <p:nvPr>
            <p:ph idx="5" type="body"/>
          </p:nvPr>
        </p:nvSpPr>
        <p:spPr>
          <a:xfrm>
            <a:off x="6429400" y="3231850"/>
            <a:ext cx="24585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40" name="Google Shape;140;p22"/>
          <p:cNvSpPr/>
          <p:nvPr>
            <p:ph idx="6" type="pic"/>
          </p:nvPr>
        </p:nvSpPr>
        <p:spPr>
          <a:xfrm>
            <a:off x="4691200" y="2983950"/>
            <a:ext cx="1588200" cy="1904400"/>
          </a:xfrm>
          <a:prstGeom prst="rect">
            <a:avLst/>
          </a:prstGeom>
          <a:noFill/>
          <a:ln>
            <a:noFill/>
          </a:ln>
        </p:spPr>
      </p:sp>
      <p:sp>
        <p:nvSpPr>
          <p:cNvPr id="141" name="Google Shape;141;p22"/>
          <p:cNvSpPr txBox="1"/>
          <p:nvPr>
            <p:ph idx="7" type="subTitle"/>
          </p:nvPr>
        </p:nvSpPr>
        <p:spPr>
          <a:xfrm>
            <a:off x="6429400" y="2994850"/>
            <a:ext cx="24585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142" name="Google Shape;142;p22"/>
          <p:cNvSpPr txBox="1"/>
          <p:nvPr>
            <p:ph idx="8"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3">
  <p:cSld name="BLANK_1_1_1_1_1_1_1_1_1_1_1_2_1_3">
    <p:bg>
      <p:bgPr>
        <a:solidFill>
          <a:schemeClr val="dk2"/>
        </a:solidFill>
      </p:bgPr>
    </p:bg>
    <p:spTree>
      <p:nvGrpSpPr>
        <p:cNvPr id="143" name="Shape 143"/>
        <p:cNvGrpSpPr/>
        <p:nvPr/>
      </p:nvGrpSpPr>
      <p:grpSpPr>
        <a:xfrm>
          <a:off x="0" y="0"/>
          <a:ext cx="0" cy="0"/>
          <a:chOff x="0" y="0"/>
          <a:chExt cx="0" cy="0"/>
        </a:xfrm>
      </p:grpSpPr>
      <p:sp>
        <p:nvSpPr>
          <p:cNvPr id="144" name="Google Shape;144;p23"/>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45" name="Google Shape;145;p23"/>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6" name="Google Shape;146;p2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47" name="Google Shape;147;p23"/>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8" name="Google Shape;148;p23"/>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49" name="Google Shape;149;p23"/>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0" name="Google Shape;150;p23"/>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1" name="Google Shape;151;p23"/>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52" name="Google Shape;152;p23"/>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p:cSld name="BLANK_1_1_1_1_1_1_1_1_1_1_1_2_1_3_1">
    <p:bg>
      <p:bgPr>
        <a:solidFill>
          <a:schemeClr val="dk2"/>
        </a:solidFill>
      </p:bgPr>
    </p:bg>
    <p:spTree>
      <p:nvGrpSpPr>
        <p:cNvPr id="153" name="Shape 153"/>
        <p:cNvGrpSpPr/>
        <p:nvPr/>
      </p:nvGrpSpPr>
      <p:grpSpPr>
        <a:xfrm>
          <a:off x="0" y="0"/>
          <a:ext cx="0" cy="0"/>
          <a:chOff x="0" y="0"/>
          <a:chExt cx="0" cy="0"/>
        </a:xfrm>
      </p:grpSpPr>
      <p:sp>
        <p:nvSpPr>
          <p:cNvPr id="154" name="Google Shape;154;p24"/>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5" name="Google Shape;155;p24"/>
          <p:cNvSpPr/>
          <p:nvPr/>
        </p:nvSpPr>
        <p:spPr>
          <a:xfrm>
            <a:off x="8141300" y="200278"/>
            <a:ext cx="823800" cy="198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56" name="Google Shape;156;p24"/>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57" name="Google Shape;157;p24"/>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8" name="Google Shape;158;p24"/>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59" name="Google Shape;159;p24"/>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0" name="Google Shape;160;p24"/>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61" name="Google Shape;161;p24"/>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62" name="Google Shape;162;p24"/>
          <p:cNvSpPr txBox="1"/>
          <p:nvPr>
            <p:ph idx="2" type="body"/>
          </p:nvPr>
        </p:nvSpPr>
        <p:spPr>
          <a:xfrm>
            <a:off x="4441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3" name="Google Shape;163;p24"/>
          <p:cNvSpPr txBox="1"/>
          <p:nvPr>
            <p:ph idx="3" type="body"/>
          </p:nvPr>
        </p:nvSpPr>
        <p:spPr>
          <a:xfrm>
            <a:off x="3370950"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4" name="Google Shape;164;p24"/>
          <p:cNvSpPr txBox="1"/>
          <p:nvPr>
            <p:ph idx="4" type="body"/>
          </p:nvPr>
        </p:nvSpPr>
        <p:spPr>
          <a:xfrm>
            <a:off x="6297725" y="4243800"/>
            <a:ext cx="24021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165" name="Google Shape;165;p24"/>
          <p:cNvSpPr txBox="1"/>
          <p:nvPr>
            <p:ph idx="5" type="title"/>
          </p:nvPr>
        </p:nvSpPr>
        <p:spPr>
          <a:xfrm>
            <a:off x="44412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6" name="Google Shape;166;p24"/>
          <p:cNvSpPr txBox="1"/>
          <p:nvPr>
            <p:ph idx="6" type="title"/>
          </p:nvPr>
        </p:nvSpPr>
        <p:spPr>
          <a:xfrm>
            <a:off x="3370950"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67" name="Google Shape;167;p24"/>
          <p:cNvSpPr txBox="1"/>
          <p:nvPr>
            <p:ph idx="7" type="title"/>
          </p:nvPr>
        </p:nvSpPr>
        <p:spPr>
          <a:xfrm>
            <a:off x="6297775" y="3094675"/>
            <a:ext cx="2402100" cy="369300"/>
          </a:xfrm>
          <a:prstGeom prst="rect">
            <a:avLst/>
          </a:prstGeom>
        </p:spPr>
        <p:txBody>
          <a:bodyPr anchorCtr="0" anchor="t" bIns="0" lIns="0" spcFirstLastPara="1" rIns="0" wrap="square" tIns="0">
            <a:spAutoFit/>
          </a:bodyPr>
          <a:lstStyle>
            <a:lvl1pPr lvl="0">
              <a:spcBef>
                <a:spcPts val="0"/>
              </a:spcBef>
              <a:spcAft>
                <a:spcPts val="0"/>
              </a:spcAft>
              <a:buNone/>
              <a:defRPr sz="24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6">
  <p:cSld name="BLANK_1_1_1_1_1_1_1_1_1_1_1_2_1_2_2">
    <p:spTree>
      <p:nvGrpSpPr>
        <p:cNvPr id="168" name="Shape 168"/>
        <p:cNvGrpSpPr/>
        <p:nvPr/>
      </p:nvGrpSpPr>
      <p:grpSpPr>
        <a:xfrm>
          <a:off x="0" y="0"/>
          <a:ext cx="0" cy="0"/>
          <a:chOff x="0" y="0"/>
          <a:chExt cx="0" cy="0"/>
        </a:xfrm>
      </p:grpSpPr>
      <p:sp>
        <p:nvSpPr>
          <p:cNvPr id="169" name="Google Shape;169;p25"/>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70" name="Google Shape;170;p25"/>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71" name="Google Shape;171;p25"/>
          <p:cNvSpPr txBox="1"/>
          <p:nvPr>
            <p:ph idx="2"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2" name="Google Shape;172;p25"/>
          <p:cNvSpPr txBox="1"/>
          <p:nvPr>
            <p:ph idx="3"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3" name="Google Shape;173;p25"/>
          <p:cNvSpPr txBox="1"/>
          <p:nvPr>
            <p:ph idx="4"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4" name="Google Shape;174;p25"/>
          <p:cNvSpPr txBox="1"/>
          <p:nvPr>
            <p:ph idx="5"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5" name="Google Shape;175;p25"/>
          <p:cNvSpPr txBox="1"/>
          <p:nvPr>
            <p:ph idx="6"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76" name="Google Shape;176;p25"/>
          <p:cNvSpPr txBox="1"/>
          <p:nvPr>
            <p:ph idx="7" type="title"/>
          </p:nvPr>
        </p:nvSpPr>
        <p:spPr>
          <a:xfrm>
            <a:off x="6670325"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77" name="Google Shape;177;p25"/>
          <p:cNvSpPr txBox="1"/>
          <p:nvPr>
            <p:ph idx="8"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7">
  <p:cSld name="BLANK_1_1_1_1_1_1_1_1_1_1_1_2_1_2_2_1">
    <p:bg>
      <p:bgPr>
        <a:solidFill>
          <a:schemeClr val="dk2"/>
        </a:solidFill>
      </p:bgPr>
    </p:bg>
    <p:spTree>
      <p:nvGrpSpPr>
        <p:cNvPr id="178" name="Shape 178"/>
        <p:cNvGrpSpPr/>
        <p:nvPr/>
      </p:nvGrpSpPr>
      <p:grpSpPr>
        <a:xfrm>
          <a:off x="0" y="0"/>
          <a:ext cx="0" cy="0"/>
          <a:chOff x="0" y="0"/>
          <a:chExt cx="0" cy="0"/>
        </a:xfrm>
      </p:grpSpPr>
      <p:sp>
        <p:nvSpPr>
          <p:cNvPr id="179" name="Google Shape;179;p26"/>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0" name="Google Shape;180;p26"/>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81" name="Google Shape;181;p26"/>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182" name="Google Shape;182;p26"/>
          <p:cNvSpPr/>
          <p:nvPr/>
        </p:nvSpPr>
        <p:spPr>
          <a:xfrm flipH="1">
            <a:off x="7595967" y="28005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3" name="Google Shape;183;p26"/>
          <p:cNvSpPr/>
          <p:nvPr/>
        </p:nvSpPr>
        <p:spPr>
          <a:xfrm flipH="1">
            <a:off x="7759616" y="443699"/>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4" name="Google Shape;184;p26"/>
          <p:cNvSpPr/>
          <p:nvPr/>
        </p:nvSpPr>
        <p:spPr>
          <a:xfrm flipH="1">
            <a:off x="7925104" y="4"/>
            <a:ext cx="1218900" cy="12189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5" name="Google Shape;185;p26"/>
          <p:cNvSpPr/>
          <p:nvPr/>
        </p:nvSpPr>
        <p:spPr>
          <a:xfrm flipH="1">
            <a:off x="7878268" y="5623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Montserrat"/>
              <a:ea typeface="Montserrat"/>
              <a:cs typeface="Montserrat"/>
              <a:sym typeface="Montserrat"/>
            </a:endParaRPr>
          </a:p>
        </p:txBody>
      </p:sp>
      <p:sp>
        <p:nvSpPr>
          <p:cNvPr id="186" name="Google Shape;186;p26"/>
          <p:cNvSpPr txBox="1"/>
          <p:nvPr>
            <p:ph idx="2" type="title"/>
          </p:nvPr>
        </p:nvSpPr>
        <p:spPr>
          <a:xfrm>
            <a:off x="3622350"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7" name="Google Shape;187;p26"/>
          <p:cNvSpPr txBox="1"/>
          <p:nvPr>
            <p:ph idx="3" type="subTitle"/>
          </p:nvPr>
        </p:nvSpPr>
        <p:spPr>
          <a:xfrm>
            <a:off x="3729900"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88" name="Google Shape;188;p26"/>
          <p:cNvSpPr txBox="1"/>
          <p:nvPr>
            <p:ph idx="4" type="title"/>
          </p:nvPr>
        </p:nvSpPr>
        <p:spPr>
          <a:xfrm>
            <a:off x="574363" y="34102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89" name="Google Shape;189;p26"/>
          <p:cNvSpPr txBox="1"/>
          <p:nvPr>
            <p:ph idx="5" type="subTitle"/>
          </p:nvPr>
        </p:nvSpPr>
        <p:spPr>
          <a:xfrm>
            <a:off x="681913"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190" name="Google Shape;190;p26"/>
          <p:cNvSpPr txBox="1"/>
          <p:nvPr>
            <p:ph idx="6" type="title"/>
          </p:nvPr>
        </p:nvSpPr>
        <p:spPr>
          <a:xfrm>
            <a:off x="6670325" y="3410283"/>
            <a:ext cx="1899300" cy="714900"/>
          </a:xfrm>
          <a:prstGeom prst="rect">
            <a:avLst/>
          </a:prstGeom>
        </p:spPr>
        <p:txBody>
          <a:bodyPr anchorCtr="0" anchor="t" bIns="91425" lIns="91425" spcFirstLastPara="1" rIns="91425" wrap="square" tIns="91425">
            <a:spAutoFit/>
          </a:bodyPr>
          <a:lstStyle>
            <a:lvl1pPr lvl="0" algn="ctr">
              <a:spcBef>
                <a:spcPts val="0"/>
              </a:spcBef>
              <a:spcAft>
                <a:spcPts val="0"/>
              </a:spcAft>
              <a:buNone/>
              <a:defRPr sz="5600">
                <a:solidFill>
                  <a:schemeClr val="lt2"/>
                </a:solidFill>
              </a:defRPr>
            </a:lvl1pPr>
            <a:lvl2pPr lvl="1">
              <a:spcBef>
                <a:spcPts val="0"/>
              </a:spcBef>
              <a:spcAft>
                <a:spcPts val="0"/>
              </a:spcAft>
              <a:buNone/>
              <a:defRPr sz="5600"/>
            </a:lvl2pPr>
            <a:lvl3pPr lvl="2">
              <a:spcBef>
                <a:spcPts val="0"/>
              </a:spcBef>
              <a:spcAft>
                <a:spcPts val="0"/>
              </a:spcAft>
              <a:buNone/>
              <a:defRPr sz="5600"/>
            </a:lvl3pPr>
            <a:lvl4pPr lvl="3">
              <a:spcBef>
                <a:spcPts val="0"/>
              </a:spcBef>
              <a:spcAft>
                <a:spcPts val="0"/>
              </a:spcAft>
              <a:buNone/>
              <a:defRPr sz="5600"/>
            </a:lvl4pPr>
            <a:lvl5pPr lvl="4">
              <a:spcBef>
                <a:spcPts val="0"/>
              </a:spcBef>
              <a:spcAft>
                <a:spcPts val="0"/>
              </a:spcAft>
              <a:buNone/>
              <a:defRPr sz="5600"/>
            </a:lvl5pPr>
            <a:lvl6pPr lvl="5">
              <a:spcBef>
                <a:spcPts val="0"/>
              </a:spcBef>
              <a:spcAft>
                <a:spcPts val="0"/>
              </a:spcAft>
              <a:buNone/>
              <a:defRPr sz="5600"/>
            </a:lvl6pPr>
            <a:lvl7pPr lvl="6">
              <a:spcBef>
                <a:spcPts val="0"/>
              </a:spcBef>
              <a:spcAft>
                <a:spcPts val="0"/>
              </a:spcAft>
              <a:buNone/>
              <a:defRPr sz="5600"/>
            </a:lvl7pPr>
            <a:lvl8pPr lvl="7">
              <a:spcBef>
                <a:spcPts val="0"/>
              </a:spcBef>
              <a:spcAft>
                <a:spcPts val="0"/>
              </a:spcAft>
              <a:buNone/>
              <a:defRPr sz="5600"/>
            </a:lvl8pPr>
            <a:lvl9pPr lvl="8">
              <a:spcBef>
                <a:spcPts val="0"/>
              </a:spcBef>
              <a:spcAft>
                <a:spcPts val="0"/>
              </a:spcAft>
              <a:buNone/>
              <a:defRPr sz="5600"/>
            </a:lvl9pPr>
          </a:lstStyle>
          <a:p/>
        </p:txBody>
      </p:sp>
      <p:sp>
        <p:nvSpPr>
          <p:cNvPr id="191" name="Google Shape;191;p26"/>
          <p:cNvSpPr txBox="1"/>
          <p:nvPr>
            <p:ph idx="7" type="subTitle"/>
          </p:nvPr>
        </p:nvSpPr>
        <p:spPr>
          <a:xfrm>
            <a:off x="6777875" y="4217102"/>
            <a:ext cx="1684200" cy="275700"/>
          </a:xfrm>
          <a:prstGeom prst="rect">
            <a:avLst/>
          </a:prstGeom>
        </p:spPr>
        <p:txBody>
          <a:bodyPr anchorCtr="0" anchor="t" bIns="0" lIns="0" spcFirstLastPara="1" rIns="0" wrap="square" tIns="0">
            <a:noAutofit/>
          </a:bodyPr>
          <a:lstStyle>
            <a:lvl1pPr lvl="0" algn="ctr">
              <a:spcBef>
                <a:spcPts val="0"/>
              </a:spcBef>
              <a:spcAft>
                <a:spcPts val="0"/>
              </a:spcAft>
              <a:buNone/>
              <a:defRPr sz="1800"/>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8">
  <p:cSld name="BLANK_1_1_1_1_1_1_1_1_1_1_1_2_1_5">
    <p:bg>
      <p:bgPr>
        <a:solidFill>
          <a:schemeClr val="lt1"/>
        </a:solidFill>
      </p:bgPr>
    </p:bg>
    <p:spTree>
      <p:nvGrpSpPr>
        <p:cNvPr id="192" name="Shape 192"/>
        <p:cNvGrpSpPr/>
        <p:nvPr/>
      </p:nvGrpSpPr>
      <p:grpSpPr>
        <a:xfrm>
          <a:off x="0" y="0"/>
          <a:ext cx="0" cy="0"/>
          <a:chOff x="0" y="0"/>
          <a:chExt cx="0" cy="0"/>
        </a:xfrm>
      </p:grpSpPr>
      <p:sp>
        <p:nvSpPr>
          <p:cNvPr id="193" name="Google Shape;193;p27"/>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4" name="Google Shape;194;p27"/>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5" name="Google Shape;195;p27"/>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196" name="Google Shape;196;p27"/>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7" name="Google Shape;197;p27"/>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8" name="Google Shape;198;p27"/>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199" name="Google Shape;199;p27"/>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00" name="Google Shape;200;p27"/>
          <p:cNvCxnSpPr>
            <a:stCxn id="199" idx="7"/>
            <a:endCxn id="196"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01" name="Google Shape;201;p27"/>
          <p:cNvCxnSpPr>
            <a:stCxn id="199"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02" name="Google Shape;202;p27"/>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03" name="Google Shape;203;p27"/>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04" name="Google Shape;204;p27"/>
          <p:cNvSpPr txBox="1"/>
          <p:nvPr>
            <p:ph idx="2" type="title"/>
          </p:nvPr>
        </p:nvSpPr>
        <p:spPr>
          <a:xfrm>
            <a:off x="112425"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5" name="Google Shape;205;p27"/>
          <p:cNvSpPr txBox="1"/>
          <p:nvPr>
            <p:ph idx="3" type="subTitle"/>
          </p:nvPr>
        </p:nvSpPr>
        <p:spPr>
          <a:xfrm>
            <a:off x="459075"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06" name="Google Shape;206;p27"/>
          <p:cNvSpPr txBox="1"/>
          <p:nvPr>
            <p:ph idx="4" type="title"/>
          </p:nvPr>
        </p:nvSpPr>
        <p:spPr>
          <a:xfrm>
            <a:off x="4718600" y="3522983"/>
            <a:ext cx="1899300" cy="714900"/>
          </a:xfrm>
          <a:prstGeom prst="rect">
            <a:avLst/>
          </a:prstGeom>
        </p:spPr>
        <p:txBody>
          <a:bodyPr anchorCtr="0" anchor="t" bIns="0" lIns="0" spcFirstLastPara="1" rIns="0" wrap="square" tIns="0">
            <a:spAutoFit/>
          </a:bodyPr>
          <a:lstStyle>
            <a:lvl1pPr lvl="0" algn="ctr">
              <a:spcBef>
                <a:spcPts val="0"/>
              </a:spcBef>
              <a:spcAft>
                <a:spcPts val="0"/>
              </a:spcAft>
              <a:buNone/>
              <a:defRPr>
                <a:solidFill>
                  <a:schemeClr val="lt2"/>
                </a:solidFill>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p:txBody>
      </p:sp>
      <p:sp>
        <p:nvSpPr>
          <p:cNvPr id="207" name="Google Shape;207;p27"/>
          <p:cNvSpPr txBox="1"/>
          <p:nvPr>
            <p:ph idx="5" type="subTitle"/>
          </p:nvPr>
        </p:nvSpPr>
        <p:spPr>
          <a:xfrm>
            <a:off x="5065250" y="4178725"/>
            <a:ext cx="1206000" cy="275700"/>
          </a:xfrm>
          <a:prstGeom prst="rect">
            <a:avLst/>
          </a:prstGeom>
        </p:spPr>
        <p:txBody>
          <a:bodyPr anchorCtr="0" anchor="t" bIns="0" lIns="0" spcFirstLastPara="1" rIns="0" wrap="square" tIns="0">
            <a:noAutofit/>
          </a:bodyPr>
          <a:lstStyle>
            <a:lvl1pPr lvl="0" algn="ctr">
              <a:spcBef>
                <a:spcPts val="0"/>
              </a:spcBef>
              <a:spcAft>
                <a:spcPts val="0"/>
              </a:spcAft>
              <a:buNone/>
              <a:defRPr sz="900"/>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08" name="Google Shape;208;p27"/>
          <p:cNvSpPr txBox="1"/>
          <p:nvPr>
            <p:ph idx="6" type="body"/>
          </p:nvPr>
        </p:nvSpPr>
        <p:spPr>
          <a:xfrm>
            <a:off x="6880375"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09" name="Google Shape;209;p27"/>
          <p:cNvSpPr txBox="1"/>
          <p:nvPr>
            <p:ph idx="7" type="subTitle"/>
          </p:nvPr>
        </p:nvSpPr>
        <p:spPr>
          <a:xfrm>
            <a:off x="6880375"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0" name="Google Shape;210;p27"/>
          <p:cNvSpPr txBox="1"/>
          <p:nvPr>
            <p:ph idx="8" type="subTitle"/>
          </p:nvPr>
        </p:nvSpPr>
        <p:spPr>
          <a:xfrm>
            <a:off x="2274000" y="2984750"/>
            <a:ext cx="2030700" cy="246300"/>
          </a:xfrm>
          <a:prstGeom prst="rect">
            <a:avLst/>
          </a:prstGeom>
        </p:spPr>
        <p:txBody>
          <a:bodyPr anchorCtr="0" anchor="t" bIns="0" lIns="0" spcFirstLastPara="1" rIns="0" wrap="square" tIns="0">
            <a:noAutofit/>
          </a:bodyPr>
          <a:lstStyle>
            <a:lvl1pPr lvl="0" algn="l">
              <a:spcBef>
                <a:spcPts val="0"/>
              </a:spcBef>
              <a:spcAft>
                <a:spcPts val="0"/>
              </a:spcAft>
              <a:buNone/>
              <a:defRPr sz="1200">
                <a:latin typeface="Montserrat Medium"/>
                <a:ea typeface="Montserrat Medium"/>
                <a:cs typeface="Montserrat Medium"/>
                <a:sym typeface="Montserrat Medium"/>
              </a:defRPr>
            </a:lvl1pPr>
            <a:lvl2pPr lvl="1">
              <a:spcBef>
                <a:spcPts val="0"/>
              </a:spcBef>
              <a:spcAft>
                <a:spcPts val="0"/>
              </a:spcAft>
              <a:buClr>
                <a:schemeClr val="dk1"/>
              </a:buClr>
              <a:buSzPts val="900"/>
              <a:buFont typeface="Montserrat"/>
              <a:buNone/>
              <a:defRPr sz="900">
                <a:solidFill>
                  <a:schemeClr val="dk1"/>
                </a:solidFill>
              </a:defRPr>
            </a:lvl2pPr>
            <a:lvl3pPr lvl="2">
              <a:spcBef>
                <a:spcPts val="0"/>
              </a:spcBef>
              <a:spcAft>
                <a:spcPts val="0"/>
              </a:spcAft>
              <a:buClr>
                <a:schemeClr val="dk1"/>
              </a:buClr>
              <a:buSzPts val="900"/>
              <a:buFont typeface="Montserrat"/>
              <a:buNone/>
              <a:defRPr sz="900">
                <a:solidFill>
                  <a:schemeClr val="dk1"/>
                </a:solidFill>
              </a:defRPr>
            </a:lvl3pPr>
            <a:lvl4pPr lvl="3">
              <a:spcBef>
                <a:spcPts val="0"/>
              </a:spcBef>
              <a:spcAft>
                <a:spcPts val="0"/>
              </a:spcAft>
              <a:buClr>
                <a:schemeClr val="dk1"/>
              </a:buClr>
              <a:buSzPts val="900"/>
              <a:buFont typeface="Montserrat"/>
              <a:buNone/>
              <a:defRPr sz="900">
                <a:solidFill>
                  <a:schemeClr val="dk1"/>
                </a:solidFill>
              </a:defRPr>
            </a:lvl4pPr>
            <a:lvl5pPr lvl="4">
              <a:spcBef>
                <a:spcPts val="0"/>
              </a:spcBef>
              <a:spcAft>
                <a:spcPts val="0"/>
              </a:spcAft>
              <a:buClr>
                <a:schemeClr val="dk1"/>
              </a:buClr>
              <a:buSzPts val="900"/>
              <a:buFont typeface="Montserrat"/>
              <a:buNone/>
              <a:defRPr sz="900">
                <a:solidFill>
                  <a:schemeClr val="dk1"/>
                </a:solidFill>
              </a:defRPr>
            </a:lvl5pPr>
            <a:lvl6pPr lvl="5">
              <a:spcBef>
                <a:spcPts val="0"/>
              </a:spcBef>
              <a:spcAft>
                <a:spcPts val="0"/>
              </a:spcAft>
              <a:buClr>
                <a:schemeClr val="dk1"/>
              </a:buClr>
              <a:buSzPts val="900"/>
              <a:buFont typeface="Montserrat"/>
              <a:buNone/>
              <a:defRPr sz="900">
                <a:solidFill>
                  <a:schemeClr val="dk1"/>
                </a:solidFill>
              </a:defRPr>
            </a:lvl6pPr>
            <a:lvl7pPr lvl="6">
              <a:spcBef>
                <a:spcPts val="0"/>
              </a:spcBef>
              <a:spcAft>
                <a:spcPts val="0"/>
              </a:spcAft>
              <a:buClr>
                <a:schemeClr val="dk1"/>
              </a:buClr>
              <a:buSzPts val="900"/>
              <a:buFont typeface="Montserrat"/>
              <a:buNone/>
              <a:defRPr sz="900">
                <a:solidFill>
                  <a:schemeClr val="dk1"/>
                </a:solidFill>
              </a:defRPr>
            </a:lvl7pPr>
            <a:lvl8pPr lvl="7">
              <a:spcBef>
                <a:spcPts val="0"/>
              </a:spcBef>
              <a:spcAft>
                <a:spcPts val="0"/>
              </a:spcAft>
              <a:buClr>
                <a:schemeClr val="dk1"/>
              </a:buClr>
              <a:buSzPts val="900"/>
              <a:buFont typeface="Montserrat"/>
              <a:buNone/>
              <a:defRPr sz="900">
                <a:solidFill>
                  <a:schemeClr val="dk1"/>
                </a:solidFill>
              </a:defRPr>
            </a:lvl8pPr>
            <a:lvl9pPr lvl="8">
              <a:spcBef>
                <a:spcPts val="0"/>
              </a:spcBef>
              <a:spcAft>
                <a:spcPts val="0"/>
              </a:spcAft>
              <a:buClr>
                <a:schemeClr val="dk1"/>
              </a:buClr>
              <a:buSzPts val="900"/>
              <a:buFont typeface="Montserrat"/>
              <a:buNone/>
              <a:defRPr sz="900">
                <a:solidFill>
                  <a:schemeClr val="dk1"/>
                </a:solidFill>
              </a:defRPr>
            </a:lvl9pPr>
          </a:lstStyle>
          <a:p/>
        </p:txBody>
      </p:sp>
      <p:sp>
        <p:nvSpPr>
          <p:cNvPr id="211" name="Google Shape;211;p27"/>
          <p:cNvSpPr txBox="1"/>
          <p:nvPr>
            <p:ph idx="9" type="body"/>
          </p:nvPr>
        </p:nvSpPr>
        <p:spPr>
          <a:xfrm>
            <a:off x="2274000" y="3231050"/>
            <a:ext cx="20307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9">
  <p:cSld name="BLANK_1_1_1_1_1_1_1_1_1_1_1_2_1_6">
    <p:bg>
      <p:bgPr>
        <a:solidFill>
          <a:schemeClr val="lt1"/>
        </a:solidFill>
      </p:bgPr>
    </p:bg>
    <p:spTree>
      <p:nvGrpSpPr>
        <p:cNvPr id="212" name="Shape 212"/>
        <p:cNvGrpSpPr/>
        <p:nvPr/>
      </p:nvGrpSpPr>
      <p:grpSpPr>
        <a:xfrm>
          <a:off x="0" y="0"/>
          <a:ext cx="0" cy="0"/>
          <a:chOff x="0" y="0"/>
          <a:chExt cx="0" cy="0"/>
        </a:xfrm>
      </p:grpSpPr>
      <p:sp>
        <p:nvSpPr>
          <p:cNvPr id="213" name="Google Shape;213;p28"/>
          <p:cNvSpPr/>
          <p:nvPr/>
        </p:nvSpPr>
        <p:spPr>
          <a:xfrm>
            <a:off x="0" y="1218975"/>
            <a:ext cx="9144000" cy="3924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14" name="Google Shape;214;p28"/>
          <p:cNvSpPr txBox="1"/>
          <p:nvPr>
            <p:ph idx="1" type="body"/>
          </p:nvPr>
        </p:nvSpPr>
        <p:spPr>
          <a:xfrm>
            <a:off x="422609"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5" name="Google Shape;215;p28"/>
          <p:cNvSpPr txBox="1"/>
          <p:nvPr>
            <p:ph idx="2" type="body"/>
          </p:nvPr>
        </p:nvSpPr>
        <p:spPr>
          <a:xfrm>
            <a:off x="2614838"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6" name="Google Shape;216;p28"/>
          <p:cNvSpPr txBox="1"/>
          <p:nvPr>
            <p:ph idx="3" type="body"/>
          </p:nvPr>
        </p:nvSpPr>
        <p:spPr>
          <a:xfrm>
            <a:off x="4785550"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7" name="Google Shape;217;p28"/>
          <p:cNvSpPr txBox="1"/>
          <p:nvPr>
            <p:ph idx="4" type="body"/>
          </p:nvPr>
        </p:nvSpPr>
        <p:spPr>
          <a:xfrm>
            <a:off x="6956263" y="4243800"/>
            <a:ext cx="1728600" cy="457200"/>
          </a:xfrm>
          <a:prstGeom prst="rect">
            <a:avLst/>
          </a:prstGeom>
        </p:spPr>
        <p:txBody>
          <a:bodyPr anchorCtr="0" anchor="b" bIns="0" lIns="0" spcFirstLastPara="1" rIns="0" wrap="square" tIns="0">
            <a:no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18" name="Google Shape;218;p28"/>
          <p:cNvSpPr txBox="1"/>
          <p:nvPr>
            <p:ph type="title"/>
          </p:nvPr>
        </p:nvSpPr>
        <p:spPr>
          <a:xfrm>
            <a:off x="422609"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19" name="Google Shape;219;p28"/>
          <p:cNvSpPr txBox="1"/>
          <p:nvPr>
            <p:ph idx="5" type="title"/>
          </p:nvPr>
        </p:nvSpPr>
        <p:spPr>
          <a:xfrm>
            <a:off x="2614838"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0" name="Google Shape;220;p28"/>
          <p:cNvSpPr txBox="1"/>
          <p:nvPr>
            <p:ph idx="6" type="title"/>
          </p:nvPr>
        </p:nvSpPr>
        <p:spPr>
          <a:xfrm>
            <a:off x="4785550" y="3094675"/>
            <a:ext cx="1728600" cy="369300"/>
          </a:xfrm>
          <a:prstGeom prst="rect">
            <a:avLst/>
          </a:prstGeom>
        </p:spPr>
        <p:txBody>
          <a:bodyPr anchorCtr="0" anchor="t" bIns="91425" lIns="91425" spcFirstLastPara="1" rIns="91425" wrap="square" tIns="91425">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1" name="Google Shape;221;p28"/>
          <p:cNvSpPr txBox="1"/>
          <p:nvPr>
            <p:ph idx="7" type="title"/>
          </p:nvPr>
        </p:nvSpPr>
        <p:spPr>
          <a:xfrm>
            <a:off x="6956263" y="3094675"/>
            <a:ext cx="1728600" cy="369300"/>
          </a:xfrm>
          <a:prstGeom prst="rect">
            <a:avLst/>
          </a:prstGeom>
        </p:spPr>
        <p:txBody>
          <a:bodyPr anchorCtr="0" anchor="t" bIns="0" lIns="0" spcFirstLastPara="1" rIns="0" wrap="square" tIns="0">
            <a:spAutoFit/>
          </a:bodyPr>
          <a:lstStyle>
            <a:lvl1pPr lvl="0">
              <a:spcBef>
                <a:spcPts val="0"/>
              </a:spcBef>
              <a:spcAft>
                <a:spcPts val="0"/>
              </a:spcAft>
              <a:buNone/>
              <a:defRPr sz="36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2" name="Google Shape;222;p28"/>
          <p:cNvSpPr/>
          <p:nvPr/>
        </p:nvSpPr>
        <p:spPr>
          <a:xfrm>
            <a:off x="8141300" y="200278"/>
            <a:ext cx="823800" cy="198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8"/>
          <p:cNvSpPr txBox="1"/>
          <p:nvPr>
            <p:ph idx="8"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24" name="Google Shape;224;p28"/>
          <p:cNvSpPr/>
          <p:nvPr/>
        </p:nvSpPr>
        <p:spPr>
          <a:xfrm>
            <a:off x="7643840" y="0"/>
            <a:ext cx="658800" cy="658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5" name="Google Shape;225;p28"/>
          <p:cNvSpPr/>
          <p:nvPr/>
        </p:nvSpPr>
        <p:spPr>
          <a:xfrm>
            <a:off x="7312266" y="887434"/>
            <a:ext cx="331500" cy="33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6" name="Google Shape;226;p28"/>
          <p:cNvSpPr/>
          <p:nvPr/>
        </p:nvSpPr>
        <p:spPr>
          <a:xfrm>
            <a:off x="8302516" y="377490"/>
            <a:ext cx="841500" cy="841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27" name="Google Shape;227;p28"/>
          <p:cNvSpPr/>
          <p:nvPr/>
        </p:nvSpPr>
        <p:spPr>
          <a:xfrm>
            <a:off x="8676264" y="751239"/>
            <a:ext cx="94200" cy="94200"/>
          </a:xfrm>
          <a:prstGeom prst="ellipse">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228" name="Google Shape;228;p28"/>
          <p:cNvCxnSpPr>
            <a:stCxn id="227" idx="7"/>
            <a:endCxn id="224" idx="7"/>
          </p:cNvCxnSpPr>
          <p:nvPr/>
        </p:nvCxnSpPr>
        <p:spPr>
          <a:xfrm rot="10800000">
            <a:off x="8206169" y="96334"/>
            <a:ext cx="550500" cy="668700"/>
          </a:xfrm>
          <a:prstGeom prst="straightConnector1">
            <a:avLst/>
          </a:prstGeom>
          <a:noFill/>
          <a:ln cap="flat" cmpd="sng" w="9525">
            <a:solidFill>
              <a:schemeClr val="dk1"/>
            </a:solidFill>
            <a:prstDash val="solid"/>
            <a:round/>
            <a:headEnd len="med" w="med" type="none"/>
            <a:tailEnd len="med" w="med" type="none"/>
          </a:ln>
        </p:spPr>
      </p:cxnSp>
      <p:cxnSp>
        <p:nvCxnSpPr>
          <p:cNvPr id="229" name="Google Shape;229;p28"/>
          <p:cNvCxnSpPr>
            <a:stCxn id="227" idx="4"/>
          </p:cNvCxnSpPr>
          <p:nvPr/>
        </p:nvCxnSpPr>
        <p:spPr>
          <a:xfrm flipH="1">
            <a:off x="7517364" y="845439"/>
            <a:ext cx="1206000" cy="369600"/>
          </a:xfrm>
          <a:prstGeom prst="straightConnector1">
            <a:avLst/>
          </a:prstGeom>
          <a:noFill/>
          <a:ln cap="flat" cmpd="sng" w="9525">
            <a:solidFill>
              <a:schemeClr val="dk1"/>
            </a:solidFill>
            <a:prstDash val="solid"/>
            <a:round/>
            <a:headEnd len="med" w="med" type="none"/>
            <a:tailEnd len="med" w="med" type="none"/>
          </a:ln>
        </p:spPr>
      </p:cxnSp>
      <p:cxnSp>
        <p:nvCxnSpPr>
          <p:cNvPr id="230" name="Google Shape;230;p28"/>
          <p:cNvCxnSpPr/>
          <p:nvPr/>
        </p:nvCxnSpPr>
        <p:spPr>
          <a:xfrm flipH="1" rot="10800000">
            <a:off x="7323426" y="233734"/>
            <a:ext cx="335400" cy="759900"/>
          </a:xfrm>
          <a:prstGeom prst="straightConnector1">
            <a:avLst/>
          </a:prstGeom>
          <a:noFill/>
          <a:ln cap="flat" cmpd="sng" w="9525">
            <a:solidFill>
              <a:schemeClr val="dk1"/>
            </a:solidFill>
            <a:prstDash val="solid"/>
            <a:round/>
            <a:headEnd len="med" w="med" type="none"/>
            <a:tailEnd len="med" w="med" type="none"/>
          </a:ln>
        </p:spPr>
      </p:cxnSp>
      <p:sp>
        <p:nvSpPr>
          <p:cNvPr id="231" name="Google Shape;231;p28"/>
          <p:cNvSpPr txBox="1"/>
          <p:nvPr>
            <p:ph idx="9"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section 4 content display">
  <p:cSld name="BLANK_1_1_1_1_1_1_1_1_1_1_1_2_1_2_1">
    <p:spTree>
      <p:nvGrpSpPr>
        <p:cNvPr id="232" name="Shape 232"/>
        <p:cNvGrpSpPr/>
        <p:nvPr/>
      </p:nvGrpSpPr>
      <p:grpSpPr>
        <a:xfrm>
          <a:off x="0" y="0"/>
          <a:ext cx="0" cy="0"/>
          <a:chOff x="0" y="0"/>
          <a:chExt cx="0" cy="0"/>
        </a:xfrm>
      </p:grpSpPr>
      <p:sp>
        <p:nvSpPr>
          <p:cNvPr id="233" name="Google Shape;233;p29"/>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cxnSp>
        <p:nvCxnSpPr>
          <p:cNvPr id="234" name="Google Shape;234;p29"/>
          <p:cNvCxnSpPr/>
          <p:nvPr/>
        </p:nvCxnSpPr>
        <p:spPr>
          <a:xfrm>
            <a:off x="0" y="1218975"/>
            <a:ext cx="9144000" cy="0"/>
          </a:xfrm>
          <a:prstGeom prst="straightConnector1">
            <a:avLst/>
          </a:prstGeom>
          <a:noFill/>
          <a:ln cap="flat" cmpd="sng" w="9525">
            <a:solidFill>
              <a:schemeClr val="dk1"/>
            </a:solidFill>
            <a:prstDash val="solid"/>
            <a:round/>
            <a:headEnd len="med" w="med" type="none"/>
            <a:tailEnd len="med" w="med" type="none"/>
          </a:ln>
        </p:spPr>
      </p:cxnSp>
      <p:sp>
        <p:nvSpPr>
          <p:cNvPr id="235" name="Google Shape;235;p29"/>
          <p:cNvSpPr txBox="1"/>
          <p:nvPr>
            <p:ph idx="1" type="body"/>
          </p:nvPr>
        </p:nvSpPr>
        <p:spPr>
          <a:xfrm>
            <a:off x="255975" y="1547275"/>
            <a:ext cx="3639600" cy="6183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36" name="Google Shape;236;p29"/>
          <p:cNvSpPr txBox="1"/>
          <p:nvPr>
            <p:ph idx="2" type="body"/>
          </p:nvPr>
        </p:nvSpPr>
        <p:spPr>
          <a:xfrm>
            <a:off x="4882425" y="1547275"/>
            <a:ext cx="3639600" cy="6183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7" name="Google Shape;237;p29"/>
          <p:cNvSpPr txBox="1"/>
          <p:nvPr>
            <p:ph idx="3" type="body"/>
          </p:nvPr>
        </p:nvSpPr>
        <p:spPr>
          <a:xfrm>
            <a:off x="3582350" y="3224900"/>
            <a:ext cx="3639600" cy="16581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38" name="Google Shape;238;p29"/>
          <p:cNvSpPr txBox="1"/>
          <p:nvPr>
            <p:ph idx="4" type="subTitle"/>
          </p:nvPr>
        </p:nvSpPr>
        <p:spPr>
          <a:xfrm>
            <a:off x="3582350" y="2987900"/>
            <a:ext cx="3639600" cy="1641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1pPr>
            <a:lvl2pPr lvl="1">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2pPr>
            <a:lvl3pPr lvl="2">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3pPr>
            <a:lvl4pPr lvl="3">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4pPr>
            <a:lvl5pPr lvl="4">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5pPr>
            <a:lvl6pPr lvl="5">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6pPr>
            <a:lvl7pPr lvl="6">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7pPr>
            <a:lvl8pPr lvl="7">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8pPr>
            <a:lvl9pPr lvl="8">
              <a:spcBef>
                <a:spcPts val="0"/>
              </a:spcBef>
              <a:spcAft>
                <a:spcPts val="0"/>
              </a:spcAft>
              <a:buClr>
                <a:schemeClr val="lt2"/>
              </a:buClr>
              <a:buSzPts val="1200"/>
              <a:buFont typeface="Montserrat Medium"/>
              <a:buNone/>
              <a:defRPr sz="1200">
                <a:latin typeface="Montserrat Medium"/>
                <a:ea typeface="Montserrat Medium"/>
                <a:cs typeface="Montserrat Medium"/>
                <a:sym typeface="Montserrat Medium"/>
              </a:defRPr>
            </a:lvl9pPr>
          </a:lstStyle>
          <a:p/>
        </p:txBody>
      </p:sp>
      <p:sp>
        <p:nvSpPr>
          <p:cNvPr id="239" name="Google Shape;239;p29"/>
          <p:cNvSpPr/>
          <p:nvPr>
            <p:ph idx="5" type="pic"/>
          </p:nvPr>
        </p:nvSpPr>
        <p:spPr>
          <a:xfrm>
            <a:off x="256025" y="2987900"/>
            <a:ext cx="3176400" cy="1904400"/>
          </a:xfrm>
          <a:prstGeom prst="rect">
            <a:avLst/>
          </a:prstGeom>
          <a:noFill/>
          <a:ln>
            <a:noFill/>
          </a:ln>
        </p:spPr>
      </p:sp>
      <p:sp>
        <p:nvSpPr>
          <p:cNvPr id="240" name="Google Shape;240;p29"/>
          <p:cNvSpPr txBox="1"/>
          <p:nvPr>
            <p:ph idx="6"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SzPts val="800"/>
              <a:buFont typeface="Montserrat"/>
              <a:buNone/>
              <a:defRPr/>
            </a:lvl1pPr>
            <a:lvl2pPr lvl="1">
              <a:spcBef>
                <a:spcPts val="0"/>
              </a:spcBef>
              <a:spcAft>
                <a:spcPts val="0"/>
              </a:spcAft>
              <a:buSzPts val="800"/>
              <a:buFont typeface="Montserrat"/>
              <a:buNone/>
              <a:defRPr/>
            </a:lvl2pPr>
            <a:lvl3pPr lvl="2">
              <a:spcBef>
                <a:spcPts val="0"/>
              </a:spcBef>
              <a:spcAft>
                <a:spcPts val="0"/>
              </a:spcAft>
              <a:buSzPts val="800"/>
              <a:buFont typeface="Montserrat"/>
              <a:buNone/>
              <a:defRPr/>
            </a:lvl3pPr>
            <a:lvl4pPr lvl="3">
              <a:spcBef>
                <a:spcPts val="0"/>
              </a:spcBef>
              <a:spcAft>
                <a:spcPts val="0"/>
              </a:spcAft>
              <a:buSzPts val="800"/>
              <a:buFont typeface="Montserrat"/>
              <a:buNone/>
              <a:defRPr/>
            </a:lvl4pPr>
            <a:lvl5pPr lvl="4">
              <a:spcBef>
                <a:spcPts val="0"/>
              </a:spcBef>
              <a:spcAft>
                <a:spcPts val="0"/>
              </a:spcAft>
              <a:buSzPts val="800"/>
              <a:buFont typeface="Montserrat"/>
              <a:buNone/>
              <a:defRPr/>
            </a:lvl5pPr>
            <a:lvl6pPr lvl="5">
              <a:spcBef>
                <a:spcPts val="0"/>
              </a:spcBef>
              <a:spcAft>
                <a:spcPts val="0"/>
              </a:spcAft>
              <a:buSzPts val="800"/>
              <a:buFont typeface="Montserrat"/>
              <a:buNone/>
              <a:defRPr/>
            </a:lvl6pPr>
            <a:lvl7pPr lvl="6">
              <a:spcBef>
                <a:spcPts val="0"/>
              </a:spcBef>
              <a:spcAft>
                <a:spcPts val="0"/>
              </a:spcAft>
              <a:buSzPts val="800"/>
              <a:buFont typeface="Montserrat"/>
              <a:buNone/>
              <a:defRPr/>
            </a:lvl7pPr>
            <a:lvl8pPr lvl="7">
              <a:spcBef>
                <a:spcPts val="0"/>
              </a:spcBef>
              <a:spcAft>
                <a:spcPts val="0"/>
              </a:spcAft>
              <a:buSzPts val="800"/>
              <a:buFont typeface="Montserrat"/>
              <a:buNone/>
              <a:defRPr/>
            </a:lvl8pPr>
            <a:lvl9pPr lvl="8">
              <a:spcBef>
                <a:spcPts val="0"/>
              </a:spcBef>
              <a:spcAft>
                <a:spcPts val="0"/>
              </a:spcAft>
              <a:buSzPts val="800"/>
              <a:buFont typeface="Montserrat"/>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with image">
  <p:cSld name="BLANK_1_1_1_1_1_1_1_1_1_1_1_2_1_2_1_1">
    <p:bg>
      <p:bgPr>
        <a:solidFill>
          <a:schemeClr val="lt1"/>
        </a:solidFill>
      </p:bgPr>
    </p:bg>
    <p:spTree>
      <p:nvGrpSpPr>
        <p:cNvPr id="241" name="Shape 241"/>
        <p:cNvGrpSpPr/>
        <p:nvPr/>
      </p:nvGrpSpPr>
      <p:grpSpPr>
        <a:xfrm>
          <a:off x="0" y="0"/>
          <a:ext cx="0" cy="0"/>
          <a:chOff x="0" y="0"/>
          <a:chExt cx="0" cy="0"/>
        </a:xfrm>
      </p:grpSpPr>
      <p:sp>
        <p:nvSpPr>
          <p:cNvPr id="242" name="Google Shape;242;p30"/>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43" name="Google Shape;243;p30"/>
          <p:cNvSpPr/>
          <p:nvPr>
            <p:ph idx="2" type="pic"/>
          </p:nvPr>
        </p:nvSpPr>
        <p:spPr>
          <a:xfrm>
            <a:off x="6565675" y="6375"/>
            <a:ext cx="2578200" cy="5143500"/>
          </a:xfrm>
          <a:prstGeom prst="rect">
            <a:avLst/>
          </a:prstGeom>
          <a:noFill/>
          <a:ln>
            <a:noFill/>
          </a:ln>
        </p:spPr>
      </p:sp>
      <p:sp>
        <p:nvSpPr>
          <p:cNvPr id="244" name="Google Shape;244;p30"/>
          <p:cNvSpPr txBox="1"/>
          <p:nvPr>
            <p:ph idx="1" type="body"/>
          </p:nvPr>
        </p:nvSpPr>
        <p:spPr>
          <a:xfrm>
            <a:off x="256600" y="1672900"/>
            <a:ext cx="1881600" cy="7758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45" name="Google Shape;245;p30"/>
          <p:cNvSpPr txBox="1"/>
          <p:nvPr>
            <p:ph idx="3" type="title"/>
          </p:nvPr>
        </p:nvSpPr>
        <p:spPr>
          <a:xfrm>
            <a:off x="256600"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46" name="Google Shape;246;p30"/>
          <p:cNvSpPr txBox="1"/>
          <p:nvPr>
            <p:ph idx="4" type="body"/>
          </p:nvPr>
        </p:nvSpPr>
        <p:spPr>
          <a:xfrm>
            <a:off x="256600" y="3630275"/>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7" name="Google Shape;247;p30"/>
          <p:cNvSpPr txBox="1"/>
          <p:nvPr>
            <p:ph idx="5" type="title"/>
          </p:nvPr>
        </p:nvSpPr>
        <p:spPr>
          <a:xfrm>
            <a:off x="256600" y="3341200"/>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
        <p:nvSpPr>
          <p:cNvPr id="248" name="Google Shape;248;p30"/>
          <p:cNvSpPr txBox="1"/>
          <p:nvPr>
            <p:ph idx="6" type="body"/>
          </p:nvPr>
        </p:nvSpPr>
        <p:spPr>
          <a:xfrm>
            <a:off x="2582375" y="1672900"/>
            <a:ext cx="1881600" cy="7758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49" name="Google Shape;249;p30"/>
          <p:cNvSpPr txBox="1"/>
          <p:nvPr>
            <p:ph idx="7" type="title"/>
          </p:nvPr>
        </p:nvSpPr>
        <p:spPr>
          <a:xfrm>
            <a:off x="2582375" y="1383825"/>
            <a:ext cx="1881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1200">
                <a:latin typeface="Montserrat"/>
                <a:ea typeface="Montserrat"/>
                <a:cs typeface="Montserrat"/>
                <a:sym typeface="Montserrat"/>
              </a:defRPr>
            </a:lvl1pPr>
            <a:lvl2pPr lvl="1">
              <a:lnSpc>
                <a:spcPct val="115000"/>
              </a:lnSpc>
              <a:spcBef>
                <a:spcPts val="0"/>
              </a:spcBef>
              <a:spcAft>
                <a:spcPts val="0"/>
              </a:spcAft>
              <a:buNone/>
              <a:defRPr sz="1200">
                <a:latin typeface="Montserrat"/>
                <a:ea typeface="Montserrat"/>
                <a:cs typeface="Montserrat"/>
                <a:sym typeface="Montserrat"/>
              </a:defRPr>
            </a:lvl2pPr>
            <a:lvl3pPr lvl="2">
              <a:lnSpc>
                <a:spcPct val="115000"/>
              </a:lnSpc>
              <a:spcBef>
                <a:spcPts val="0"/>
              </a:spcBef>
              <a:spcAft>
                <a:spcPts val="0"/>
              </a:spcAft>
              <a:buNone/>
              <a:defRPr sz="1200">
                <a:latin typeface="Montserrat"/>
                <a:ea typeface="Montserrat"/>
                <a:cs typeface="Montserrat"/>
                <a:sym typeface="Montserrat"/>
              </a:defRPr>
            </a:lvl3pPr>
            <a:lvl4pPr lvl="3">
              <a:lnSpc>
                <a:spcPct val="115000"/>
              </a:lnSpc>
              <a:spcBef>
                <a:spcPts val="0"/>
              </a:spcBef>
              <a:spcAft>
                <a:spcPts val="0"/>
              </a:spcAft>
              <a:buNone/>
              <a:defRPr sz="1200">
                <a:latin typeface="Montserrat"/>
                <a:ea typeface="Montserrat"/>
                <a:cs typeface="Montserrat"/>
                <a:sym typeface="Montserrat"/>
              </a:defRPr>
            </a:lvl4pPr>
            <a:lvl5pPr lvl="4">
              <a:lnSpc>
                <a:spcPct val="115000"/>
              </a:lnSpc>
              <a:spcBef>
                <a:spcPts val="0"/>
              </a:spcBef>
              <a:spcAft>
                <a:spcPts val="0"/>
              </a:spcAft>
              <a:buNone/>
              <a:defRPr sz="1200">
                <a:latin typeface="Montserrat"/>
                <a:ea typeface="Montserrat"/>
                <a:cs typeface="Montserrat"/>
                <a:sym typeface="Montserrat"/>
              </a:defRPr>
            </a:lvl5pPr>
            <a:lvl6pPr lvl="5">
              <a:lnSpc>
                <a:spcPct val="115000"/>
              </a:lnSpc>
              <a:spcBef>
                <a:spcPts val="0"/>
              </a:spcBef>
              <a:spcAft>
                <a:spcPts val="0"/>
              </a:spcAft>
              <a:buNone/>
              <a:defRPr sz="1200">
                <a:latin typeface="Montserrat"/>
                <a:ea typeface="Montserrat"/>
                <a:cs typeface="Montserrat"/>
                <a:sym typeface="Montserrat"/>
              </a:defRPr>
            </a:lvl6pPr>
            <a:lvl7pPr lvl="6">
              <a:lnSpc>
                <a:spcPct val="115000"/>
              </a:lnSpc>
              <a:spcBef>
                <a:spcPts val="0"/>
              </a:spcBef>
              <a:spcAft>
                <a:spcPts val="0"/>
              </a:spcAft>
              <a:buNone/>
              <a:defRPr sz="1200">
                <a:latin typeface="Montserrat"/>
                <a:ea typeface="Montserrat"/>
                <a:cs typeface="Montserrat"/>
                <a:sym typeface="Montserrat"/>
              </a:defRPr>
            </a:lvl7pPr>
            <a:lvl8pPr lvl="7">
              <a:lnSpc>
                <a:spcPct val="115000"/>
              </a:lnSpc>
              <a:spcBef>
                <a:spcPts val="0"/>
              </a:spcBef>
              <a:spcAft>
                <a:spcPts val="0"/>
              </a:spcAft>
              <a:buNone/>
              <a:defRPr sz="1200">
                <a:latin typeface="Montserrat"/>
                <a:ea typeface="Montserrat"/>
                <a:cs typeface="Montserrat"/>
                <a:sym typeface="Montserrat"/>
              </a:defRPr>
            </a:lvl8pPr>
            <a:lvl9pPr lvl="8">
              <a:lnSpc>
                <a:spcPct val="115000"/>
              </a:lnSpc>
              <a:spcBef>
                <a:spcPts val="0"/>
              </a:spcBef>
              <a:spcAft>
                <a:spcPts val="0"/>
              </a:spcAft>
              <a:buNone/>
              <a:defRPr sz="1200">
                <a:latin typeface="Montserrat"/>
                <a:ea typeface="Montserrat"/>
                <a:cs typeface="Montserrat"/>
                <a:sym typeface="Montserrat"/>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WOT analysis">
  <p:cSld name="BLANK_1_1_1_1_1_1_1_1_1_1_1_2_1_2_1_1_1">
    <p:bg>
      <p:bgPr>
        <a:solidFill>
          <a:schemeClr val="dk2"/>
        </a:solidFill>
      </p:bgPr>
    </p:bg>
    <p:spTree>
      <p:nvGrpSpPr>
        <p:cNvPr id="250" name="Shape 250"/>
        <p:cNvGrpSpPr/>
        <p:nvPr/>
      </p:nvGrpSpPr>
      <p:grpSpPr>
        <a:xfrm>
          <a:off x="0" y="0"/>
          <a:ext cx="0" cy="0"/>
          <a:chOff x="0" y="0"/>
          <a:chExt cx="0" cy="0"/>
        </a:xfrm>
      </p:grpSpPr>
      <p:sp>
        <p:nvSpPr>
          <p:cNvPr id="251" name="Google Shape;251;p31"/>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52" name="Google Shape;252;p31"/>
          <p:cNvSpPr/>
          <p:nvPr/>
        </p:nvSpPr>
        <p:spPr>
          <a:xfrm flipH="1" rot="10800000">
            <a:off x="5434850" y="1434600"/>
            <a:ext cx="3709200" cy="3708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253" name="Google Shape;253;p31"/>
          <p:cNvSpPr txBox="1"/>
          <p:nvPr>
            <p:ph idx="1" type="body"/>
          </p:nvPr>
        </p:nvSpPr>
        <p:spPr>
          <a:xfrm>
            <a:off x="566475" y="1548175"/>
            <a:ext cx="3639600" cy="885900"/>
          </a:xfrm>
          <a:prstGeom prst="rect">
            <a:avLst/>
          </a:prstGeom>
        </p:spPr>
        <p:txBody>
          <a:bodyPr anchorCtr="0" anchor="t" bIns="0" lIns="0" spcFirstLastPara="1" rIns="0" wrap="square" tIns="0">
            <a:spAutoFit/>
          </a:bodyPr>
          <a:lstStyle>
            <a:lvl1pPr indent="-285750" lvl="0" marL="457200">
              <a:spcBef>
                <a:spcPts val="0"/>
              </a:spcBef>
              <a:spcAft>
                <a:spcPts val="0"/>
              </a:spcAft>
              <a:buClr>
                <a:schemeClr val="lt2"/>
              </a:buClr>
              <a:buSzPts val="900"/>
              <a:buFont typeface="Montserrat"/>
              <a:buChar char="●"/>
              <a:defRPr/>
            </a:lvl1pPr>
            <a:lvl2pPr indent="-285750" lvl="1" marL="914400">
              <a:spcBef>
                <a:spcPts val="0"/>
              </a:spcBef>
              <a:spcAft>
                <a:spcPts val="0"/>
              </a:spcAft>
              <a:buClr>
                <a:schemeClr val="lt2"/>
              </a:buClr>
              <a:buSzPts val="900"/>
              <a:buFont typeface="Montserrat"/>
              <a:buChar char="○"/>
              <a:defRPr/>
            </a:lvl2pPr>
            <a:lvl3pPr indent="-285750" lvl="2" marL="1371600">
              <a:spcBef>
                <a:spcPts val="0"/>
              </a:spcBef>
              <a:spcAft>
                <a:spcPts val="0"/>
              </a:spcAft>
              <a:buClr>
                <a:schemeClr val="lt2"/>
              </a:buClr>
              <a:buSzPts val="900"/>
              <a:buFont typeface="Montserrat"/>
              <a:buChar char="■"/>
              <a:defRPr/>
            </a:lvl3pPr>
            <a:lvl4pPr indent="-285750" lvl="3" marL="1828800">
              <a:spcBef>
                <a:spcPts val="0"/>
              </a:spcBef>
              <a:spcAft>
                <a:spcPts val="0"/>
              </a:spcAft>
              <a:buClr>
                <a:schemeClr val="lt2"/>
              </a:buClr>
              <a:buSzPts val="900"/>
              <a:buFont typeface="Montserrat"/>
              <a:buChar char="●"/>
              <a:defRPr/>
            </a:lvl4pPr>
            <a:lvl5pPr indent="-285750" lvl="4" marL="2286000">
              <a:spcBef>
                <a:spcPts val="0"/>
              </a:spcBef>
              <a:spcAft>
                <a:spcPts val="0"/>
              </a:spcAft>
              <a:buClr>
                <a:schemeClr val="lt2"/>
              </a:buClr>
              <a:buSzPts val="900"/>
              <a:buFont typeface="Montserrat"/>
              <a:buChar char="○"/>
              <a:defRPr/>
            </a:lvl5pPr>
            <a:lvl6pPr indent="-285750" lvl="5" marL="2743200">
              <a:spcBef>
                <a:spcPts val="0"/>
              </a:spcBef>
              <a:spcAft>
                <a:spcPts val="0"/>
              </a:spcAft>
              <a:buClr>
                <a:schemeClr val="lt2"/>
              </a:buClr>
              <a:buSzPts val="900"/>
              <a:buFont typeface="Montserrat"/>
              <a:buChar char="■"/>
              <a:defRPr/>
            </a:lvl6pPr>
            <a:lvl7pPr indent="-285750" lvl="6" marL="3200400">
              <a:spcBef>
                <a:spcPts val="0"/>
              </a:spcBef>
              <a:spcAft>
                <a:spcPts val="0"/>
              </a:spcAft>
              <a:buClr>
                <a:schemeClr val="lt2"/>
              </a:buClr>
              <a:buSzPts val="900"/>
              <a:buFont typeface="Montserrat"/>
              <a:buChar char="●"/>
              <a:defRPr/>
            </a:lvl7pPr>
            <a:lvl8pPr indent="-285750" lvl="7" marL="3657600">
              <a:spcBef>
                <a:spcPts val="0"/>
              </a:spcBef>
              <a:spcAft>
                <a:spcPts val="0"/>
              </a:spcAft>
              <a:buClr>
                <a:schemeClr val="lt2"/>
              </a:buClr>
              <a:buSzPts val="900"/>
              <a:buFont typeface="Montserrat"/>
              <a:buChar char="○"/>
              <a:defRPr/>
            </a:lvl8pPr>
            <a:lvl9pPr indent="-285750" lvl="8" marL="4114800">
              <a:spcBef>
                <a:spcPts val="0"/>
              </a:spcBef>
              <a:spcAft>
                <a:spcPts val="0"/>
              </a:spcAft>
              <a:buClr>
                <a:schemeClr val="lt2"/>
              </a:buClr>
              <a:buSzPts val="900"/>
              <a:buFont typeface="Montserrat"/>
              <a:buChar char="■"/>
              <a:defRPr/>
            </a:lvl9pPr>
          </a:lstStyle>
          <a:p/>
        </p:txBody>
      </p:sp>
      <p:sp>
        <p:nvSpPr>
          <p:cNvPr id="254" name="Google Shape;254;p31"/>
          <p:cNvSpPr txBox="1"/>
          <p:nvPr>
            <p:ph idx="2" type="title"/>
          </p:nvPr>
        </p:nvSpPr>
        <p:spPr>
          <a:xfrm>
            <a:off x="566475"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5" name="Google Shape;255;p31"/>
          <p:cNvSpPr txBox="1"/>
          <p:nvPr>
            <p:ph idx="3" type="body"/>
          </p:nvPr>
        </p:nvSpPr>
        <p:spPr>
          <a:xfrm>
            <a:off x="4937950" y="1548175"/>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6" name="Google Shape;256;p31"/>
          <p:cNvSpPr txBox="1"/>
          <p:nvPr>
            <p:ph idx="4" type="title"/>
          </p:nvPr>
        </p:nvSpPr>
        <p:spPr>
          <a:xfrm>
            <a:off x="4937950" y="1226825"/>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7" name="Google Shape;257;p31"/>
          <p:cNvSpPr txBox="1"/>
          <p:nvPr>
            <p:ph idx="5" type="body"/>
          </p:nvPr>
        </p:nvSpPr>
        <p:spPr>
          <a:xfrm>
            <a:off x="4937925"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58" name="Google Shape;258;p31"/>
          <p:cNvSpPr txBox="1"/>
          <p:nvPr>
            <p:ph idx="6" type="title"/>
          </p:nvPr>
        </p:nvSpPr>
        <p:spPr>
          <a:xfrm>
            <a:off x="4937925" y="3242950"/>
            <a:ext cx="3639600" cy="1896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59" name="Google Shape;259;p31"/>
          <p:cNvSpPr txBox="1"/>
          <p:nvPr>
            <p:ph idx="7" type="body"/>
          </p:nvPr>
        </p:nvSpPr>
        <p:spPr>
          <a:xfrm>
            <a:off x="566500" y="3564300"/>
            <a:ext cx="3639600" cy="8859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60" name="Google Shape;260;p31"/>
          <p:cNvSpPr txBox="1"/>
          <p:nvPr>
            <p:ph idx="8" type="title"/>
          </p:nvPr>
        </p:nvSpPr>
        <p:spPr>
          <a:xfrm>
            <a:off x="566500" y="3242950"/>
            <a:ext cx="3639600" cy="189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a:latin typeface="Montserrat"/>
                <a:ea typeface="Montserrat"/>
                <a:cs typeface="Montserrat"/>
                <a:sym typeface="Montserrat"/>
              </a:defRPr>
            </a:lvl1pPr>
            <a:lvl2pPr lvl="1">
              <a:lnSpc>
                <a:spcPct val="115000"/>
              </a:lnSpc>
              <a:spcBef>
                <a:spcPts val="0"/>
              </a:spcBef>
              <a:spcAft>
                <a:spcPts val="0"/>
              </a:spcAft>
              <a:buNone/>
              <a:defRPr>
                <a:latin typeface="Montserrat"/>
                <a:ea typeface="Montserrat"/>
                <a:cs typeface="Montserrat"/>
                <a:sym typeface="Montserrat"/>
              </a:defRPr>
            </a:lvl2pPr>
            <a:lvl3pPr lvl="2">
              <a:lnSpc>
                <a:spcPct val="115000"/>
              </a:lnSpc>
              <a:spcBef>
                <a:spcPts val="0"/>
              </a:spcBef>
              <a:spcAft>
                <a:spcPts val="0"/>
              </a:spcAft>
              <a:buNone/>
              <a:defRPr>
                <a:latin typeface="Montserrat"/>
                <a:ea typeface="Montserrat"/>
                <a:cs typeface="Montserrat"/>
                <a:sym typeface="Montserrat"/>
              </a:defRPr>
            </a:lvl3pPr>
            <a:lvl4pPr lvl="3">
              <a:lnSpc>
                <a:spcPct val="115000"/>
              </a:lnSpc>
              <a:spcBef>
                <a:spcPts val="0"/>
              </a:spcBef>
              <a:spcAft>
                <a:spcPts val="0"/>
              </a:spcAft>
              <a:buNone/>
              <a:defRPr>
                <a:latin typeface="Montserrat"/>
                <a:ea typeface="Montserrat"/>
                <a:cs typeface="Montserrat"/>
                <a:sym typeface="Montserrat"/>
              </a:defRPr>
            </a:lvl4pPr>
            <a:lvl5pPr lvl="4">
              <a:lnSpc>
                <a:spcPct val="115000"/>
              </a:lnSpc>
              <a:spcBef>
                <a:spcPts val="0"/>
              </a:spcBef>
              <a:spcAft>
                <a:spcPts val="0"/>
              </a:spcAft>
              <a:buNone/>
              <a:defRPr>
                <a:latin typeface="Montserrat"/>
                <a:ea typeface="Montserrat"/>
                <a:cs typeface="Montserrat"/>
                <a:sym typeface="Montserrat"/>
              </a:defRPr>
            </a:lvl5pPr>
            <a:lvl6pPr lvl="5">
              <a:lnSpc>
                <a:spcPct val="115000"/>
              </a:lnSpc>
              <a:spcBef>
                <a:spcPts val="0"/>
              </a:spcBef>
              <a:spcAft>
                <a:spcPts val="0"/>
              </a:spcAft>
              <a:buNone/>
              <a:defRPr>
                <a:latin typeface="Montserrat"/>
                <a:ea typeface="Montserrat"/>
                <a:cs typeface="Montserrat"/>
                <a:sym typeface="Montserrat"/>
              </a:defRPr>
            </a:lvl6pPr>
            <a:lvl7pPr lvl="6">
              <a:lnSpc>
                <a:spcPct val="115000"/>
              </a:lnSpc>
              <a:spcBef>
                <a:spcPts val="0"/>
              </a:spcBef>
              <a:spcAft>
                <a:spcPts val="0"/>
              </a:spcAft>
              <a:buNone/>
              <a:defRPr>
                <a:latin typeface="Montserrat"/>
                <a:ea typeface="Montserrat"/>
                <a:cs typeface="Montserrat"/>
                <a:sym typeface="Montserrat"/>
              </a:defRPr>
            </a:lvl7pPr>
            <a:lvl8pPr lvl="7">
              <a:lnSpc>
                <a:spcPct val="115000"/>
              </a:lnSpc>
              <a:spcBef>
                <a:spcPts val="0"/>
              </a:spcBef>
              <a:spcAft>
                <a:spcPts val="0"/>
              </a:spcAft>
              <a:buNone/>
              <a:defRPr>
                <a:latin typeface="Montserrat"/>
                <a:ea typeface="Montserrat"/>
                <a:cs typeface="Montserrat"/>
                <a:sym typeface="Montserrat"/>
              </a:defRPr>
            </a:lvl8pPr>
            <a:lvl9pPr lvl="8">
              <a:lnSpc>
                <a:spcPct val="115000"/>
              </a:lnSpc>
              <a:spcBef>
                <a:spcPts val="0"/>
              </a:spcBef>
              <a:spcAft>
                <a:spcPts val="0"/>
              </a:spcAft>
              <a:buNone/>
              <a:defRPr>
                <a:latin typeface="Montserrat"/>
                <a:ea typeface="Montserrat"/>
                <a:cs typeface="Montserrat"/>
                <a:sym typeface="Montserrat"/>
              </a:defRPr>
            </a:lvl9pPr>
          </a:lstStyle>
          <a:p/>
        </p:txBody>
      </p:sp>
      <p:sp>
        <p:nvSpPr>
          <p:cNvPr id="261" name="Google Shape;261;p31"/>
          <p:cNvSpPr txBox="1"/>
          <p:nvPr>
            <p:ph idx="9"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1">
  <p:cSld name="BLANK_1_1_1_1_1_1_1_1_1_1_1_1">
    <p:spTree>
      <p:nvGrpSpPr>
        <p:cNvPr id="262" name="Shape 262"/>
        <p:cNvGrpSpPr/>
        <p:nvPr/>
      </p:nvGrpSpPr>
      <p:grpSpPr>
        <a:xfrm>
          <a:off x="0" y="0"/>
          <a:ext cx="0" cy="0"/>
          <a:chOff x="0" y="0"/>
          <a:chExt cx="0" cy="0"/>
        </a:xfrm>
      </p:grpSpPr>
      <p:sp>
        <p:nvSpPr>
          <p:cNvPr id="263" name="Google Shape;263;p32"/>
          <p:cNvSpPr/>
          <p:nvPr/>
        </p:nvSpPr>
        <p:spPr>
          <a:xfrm flipH="1" rot="10800000">
            <a:off x="6711875" y="2691600"/>
            <a:ext cx="2451900" cy="2451900"/>
          </a:xfrm>
          <a:prstGeom prst="rect">
            <a:avLst/>
          </a:prstGeom>
          <a:gradFill>
            <a:gsLst>
              <a:gs pos="0">
                <a:schemeClr val="accent1"/>
              </a:gs>
              <a:gs pos="72000">
                <a:schemeClr val="accent3"/>
              </a:gs>
              <a:gs pos="100000">
                <a:schemeClr val="accent3"/>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
        <p:nvSpPr>
          <p:cNvPr id="264" name="Google Shape;264;p32"/>
          <p:cNvSpPr txBox="1"/>
          <p:nvPr>
            <p:ph idx="1" type="subTitle"/>
          </p:nvPr>
        </p:nvSpPr>
        <p:spPr>
          <a:xfrm>
            <a:off x="4994475" y="10935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5" name="Google Shape;265;p32"/>
          <p:cNvSpPr txBox="1"/>
          <p:nvPr>
            <p:ph idx="2" type="subTitle"/>
          </p:nvPr>
        </p:nvSpPr>
        <p:spPr>
          <a:xfrm>
            <a:off x="4994475" y="17213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6" name="Google Shape;266;p32"/>
          <p:cNvSpPr txBox="1"/>
          <p:nvPr>
            <p:ph idx="3" type="subTitle"/>
          </p:nvPr>
        </p:nvSpPr>
        <p:spPr>
          <a:xfrm>
            <a:off x="4994475" y="234925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7" name="Google Shape;267;p32"/>
          <p:cNvSpPr txBox="1"/>
          <p:nvPr>
            <p:ph idx="4" type="subTitle"/>
          </p:nvPr>
        </p:nvSpPr>
        <p:spPr>
          <a:xfrm>
            <a:off x="4994475" y="297712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8" name="Google Shape;268;p32"/>
          <p:cNvSpPr txBox="1"/>
          <p:nvPr>
            <p:ph idx="5" type="subTitle"/>
          </p:nvPr>
        </p:nvSpPr>
        <p:spPr>
          <a:xfrm>
            <a:off x="4994475" y="3605000"/>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69" name="Google Shape;269;p32"/>
          <p:cNvSpPr txBox="1"/>
          <p:nvPr>
            <p:ph idx="6" type="subTitle"/>
          </p:nvPr>
        </p:nvSpPr>
        <p:spPr>
          <a:xfrm>
            <a:off x="4994475" y="4232875"/>
            <a:ext cx="316800" cy="1848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1400"/>
              <a:buFont typeface="Source Serif 4"/>
              <a:buNone/>
              <a:defRPr i="1" sz="1400">
                <a:solidFill>
                  <a:schemeClr val="dk1"/>
                </a:solidFill>
                <a:latin typeface="Source Serif 4"/>
                <a:ea typeface="Source Serif 4"/>
                <a:cs typeface="Source Serif 4"/>
                <a:sym typeface="Source Serif 4"/>
              </a:defRPr>
            </a:lvl9pPr>
          </a:lstStyle>
          <a:p/>
        </p:txBody>
      </p:sp>
      <p:sp>
        <p:nvSpPr>
          <p:cNvPr id="270" name="Google Shape;270;p32"/>
          <p:cNvSpPr/>
          <p:nvPr>
            <p:ph idx="7" type="pic"/>
          </p:nvPr>
        </p:nvSpPr>
        <p:spPr>
          <a:xfrm>
            <a:off x="50" y="1278300"/>
            <a:ext cx="4285500" cy="3865200"/>
          </a:xfrm>
          <a:prstGeom prst="rect">
            <a:avLst/>
          </a:prstGeom>
          <a:noFill/>
          <a:ln>
            <a:noFill/>
          </a:ln>
        </p:spPr>
      </p:sp>
      <p:sp>
        <p:nvSpPr>
          <p:cNvPr id="271" name="Google Shape;271;p32"/>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72" name="Google Shape;272;p32"/>
          <p:cNvSpPr txBox="1"/>
          <p:nvPr>
            <p:ph idx="8"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
        <p:nvSpPr>
          <p:cNvPr id="273" name="Google Shape;273;p32"/>
          <p:cNvSpPr txBox="1"/>
          <p:nvPr>
            <p:ph idx="9" type="subTitle"/>
          </p:nvPr>
        </p:nvSpPr>
        <p:spPr>
          <a:xfrm>
            <a:off x="5343675" y="10935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4" name="Google Shape;274;p32"/>
          <p:cNvSpPr txBox="1"/>
          <p:nvPr>
            <p:ph idx="13" type="subTitle"/>
          </p:nvPr>
        </p:nvSpPr>
        <p:spPr>
          <a:xfrm>
            <a:off x="5343675" y="17213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5" name="Google Shape;275;p32"/>
          <p:cNvSpPr txBox="1"/>
          <p:nvPr>
            <p:ph idx="14" type="subTitle"/>
          </p:nvPr>
        </p:nvSpPr>
        <p:spPr>
          <a:xfrm>
            <a:off x="5343675" y="234925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6" name="Google Shape;276;p32"/>
          <p:cNvSpPr txBox="1"/>
          <p:nvPr>
            <p:ph idx="15" type="subTitle"/>
          </p:nvPr>
        </p:nvSpPr>
        <p:spPr>
          <a:xfrm>
            <a:off x="5343675" y="297712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7" name="Google Shape;277;p32"/>
          <p:cNvSpPr txBox="1"/>
          <p:nvPr>
            <p:ph idx="16" type="subTitle"/>
          </p:nvPr>
        </p:nvSpPr>
        <p:spPr>
          <a:xfrm>
            <a:off x="5343675" y="3605000"/>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
        <p:nvSpPr>
          <p:cNvPr id="278" name="Google Shape;278;p32"/>
          <p:cNvSpPr txBox="1"/>
          <p:nvPr>
            <p:ph idx="17" type="subTitle"/>
          </p:nvPr>
        </p:nvSpPr>
        <p:spPr>
          <a:xfrm>
            <a:off x="5343675" y="4232875"/>
            <a:ext cx="3544500" cy="184800"/>
          </a:xfrm>
          <a:prstGeom prst="rect">
            <a:avLst/>
          </a:prstGeom>
        </p:spPr>
        <p:txBody>
          <a:bodyPr anchorCtr="0" anchor="ctr" bIns="0" lIns="0" spcFirstLastPara="1" rIns="0" wrap="square" tIns="0">
            <a:noAutofit/>
          </a:bodyPr>
          <a:lstStyle>
            <a:lvl1pPr lvl="0" algn="l">
              <a:spcBef>
                <a:spcPts val="0"/>
              </a:spcBef>
              <a:spcAft>
                <a:spcPts val="0"/>
              </a:spcAft>
              <a:buClr>
                <a:schemeClr val="lt2"/>
              </a:buClr>
              <a:buSzPts val="1200"/>
              <a:buFont typeface="Montserrat"/>
              <a:buNone/>
              <a:defRPr sz="1200"/>
            </a:lvl1pPr>
            <a:lvl2pPr lvl="1">
              <a:spcBef>
                <a:spcPts val="0"/>
              </a:spcBef>
              <a:spcAft>
                <a:spcPts val="0"/>
              </a:spcAft>
              <a:buClr>
                <a:schemeClr val="lt2"/>
              </a:buClr>
              <a:buSzPts val="1200"/>
              <a:buFont typeface="Montserrat"/>
              <a:buNone/>
              <a:defRPr sz="1200"/>
            </a:lvl2pPr>
            <a:lvl3pPr lvl="2">
              <a:spcBef>
                <a:spcPts val="0"/>
              </a:spcBef>
              <a:spcAft>
                <a:spcPts val="0"/>
              </a:spcAft>
              <a:buClr>
                <a:schemeClr val="lt2"/>
              </a:buClr>
              <a:buSzPts val="1200"/>
              <a:buFont typeface="Montserrat"/>
              <a:buNone/>
              <a:defRPr sz="1200"/>
            </a:lvl3pPr>
            <a:lvl4pPr lvl="3">
              <a:spcBef>
                <a:spcPts val="0"/>
              </a:spcBef>
              <a:spcAft>
                <a:spcPts val="0"/>
              </a:spcAft>
              <a:buClr>
                <a:schemeClr val="lt2"/>
              </a:buClr>
              <a:buSzPts val="1200"/>
              <a:buFont typeface="Montserrat"/>
              <a:buNone/>
              <a:defRPr sz="1200"/>
            </a:lvl4pPr>
            <a:lvl5pPr lvl="4">
              <a:spcBef>
                <a:spcPts val="0"/>
              </a:spcBef>
              <a:spcAft>
                <a:spcPts val="0"/>
              </a:spcAft>
              <a:buClr>
                <a:schemeClr val="lt2"/>
              </a:buClr>
              <a:buSzPts val="1200"/>
              <a:buFont typeface="Montserrat"/>
              <a:buNone/>
              <a:defRPr sz="1200"/>
            </a:lvl5pPr>
            <a:lvl6pPr lvl="5">
              <a:spcBef>
                <a:spcPts val="0"/>
              </a:spcBef>
              <a:spcAft>
                <a:spcPts val="0"/>
              </a:spcAft>
              <a:buClr>
                <a:schemeClr val="lt2"/>
              </a:buClr>
              <a:buSzPts val="1200"/>
              <a:buFont typeface="Montserrat"/>
              <a:buNone/>
              <a:defRPr sz="1200"/>
            </a:lvl6pPr>
            <a:lvl7pPr lvl="6">
              <a:spcBef>
                <a:spcPts val="0"/>
              </a:spcBef>
              <a:spcAft>
                <a:spcPts val="0"/>
              </a:spcAft>
              <a:buClr>
                <a:schemeClr val="lt2"/>
              </a:buClr>
              <a:buSzPts val="1200"/>
              <a:buFont typeface="Montserrat"/>
              <a:buNone/>
              <a:defRPr sz="1200"/>
            </a:lvl7pPr>
            <a:lvl8pPr lvl="7">
              <a:spcBef>
                <a:spcPts val="0"/>
              </a:spcBef>
              <a:spcAft>
                <a:spcPts val="0"/>
              </a:spcAft>
              <a:buClr>
                <a:schemeClr val="lt2"/>
              </a:buClr>
              <a:buSzPts val="1200"/>
              <a:buFont typeface="Montserrat"/>
              <a:buNone/>
              <a:defRPr sz="1200"/>
            </a:lvl8pPr>
            <a:lvl9pPr lvl="8">
              <a:spcBef>
                <a:spcPts val="0"/>
              </a:spcBef>
              <a:spcAft>
                <a:spcPts val="0"/>
              </a:spcAft>
              <a:buClr>
                <a:schemeClr val="lt2"/>
              </a:buClr>
              <a:buSzPts val="1200"/>
              <a:buFont typeface="Montserrat"/>
              <a:buNone/>
              <a:defRPr sz="12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alt">
  <p:cSld name="BLANK_1_1_1_1_1_1_1_1_1_1_1_1_1_1_1_1_1_1_1">
    <p:spTree>
      <p:nvGrpSpPr>
        <p:cNvPr id="279" name="Shape 279"/>
        <p:cNvGrpSpPr/>
        <p:nvPr/>
      </p:nvGrpSpPr>
      <p:grpSpPr>
        <a:xfrm>
          <a:off x="0" y="0"/>
          <a:ext cx="0" cy="0"/>
          <a:chOff x="0" y="0"/>
          <a:chExt cx="0" cy="0"/>
        </a:xfrm>
      </p:grpSpPr>
      <p:sp>
        <p:nvSpPr>
          <p:cNvPr id="280" name="Google Shape;280;p33"/>
          <p:cNvSpPr txBox="1"/>
          <p:nvPr>
            <p:ph idx="1" type="body"/>
          </p:nvPr>
        </p:nvSpPr>
        <p:spPr>
          <a:xfrm>
            <a:off x="256025"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1" name="Google Shape;281;p33"/>
          <p:cNvSpPr txBox="1"/>
          <p:nvPr>
            <p:ph idx="2" type="body"/>
          </p:nvPr>
        </p:nvSpPr>
        <p:spPr>
          <a:xfrm>
            <a:off x="3241424"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2" name="Google Shape;282;p33"/>
          <p:cNvSpPr txBox="1"/>
          <p:nvPr>
            <p:ph idx="3" type="body"/>
          </p:nvPr>
        </p:nvSpPr>
        <p:spPr>
          <a:xfrm>
            <a:off x="6226798" y="4056350"/>
            <a:ext cx="2661300" cy="831000"/>
          </a:xfrm>
          <a:prstGeom prst="rect">
            <a:avLst/>
          </a:prstGeom>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a:lvl1pPr>
            <a:lvl2pPr indent="-285750" lvl="1" marL="914400">
              <a:lnSpc>
                <a:spcPct val="115000"/>
              </a:lnSpc>
              <a:spcBef>
                <a:spcPts val="0"/>
              </a:spcBef>
              <a:spcAft>
                <a:spcPts val="0"/>
              </a:spcAft>
              <a:buClr>
                <a:schemeClr val="lt2"/>
              </a:buClr>
              <a:buSzPts val="900"/>
              <a:buFont typeface="Montserrat"/>
              <a:buChar char="○"/>
              <a:defRPr/>
            </a:lvl2pPr>
            <a:lvl3pPr indent="-285750" lvl="2" marL="1371600">
              <a:lnSpc>
                <a:spcPct val="115000"/>
              </a:lnSpc>
              <a:spcBef>
                <a:spcPts val="0"/>
              </a:spcBef>
              <a:spcAft>
                <a:spcPts val="0"/>
              </a:spcAft>
              <a:buClr>
                <a:schemeClr val="lt2"/>
              </a:buClr>
              <a:buSzPts val="900"/>
              <a:buFont typeface="Montserrat"/>
              <a:buChar char="■"/>
              <a:defRPr/>
            </a:lvl3pPr>
            <a:lvl4pPr indent="-285750" lvl="3" marL="1828800">
              <a:lnSpc>
                <a:spcPct val="115000"/>
              </a:lnSpc>
              <a:spcBef>
                <a:spcPts val="0"/>
              </a:spcBef>
              <a:spcAft>
                <a:spcPts val="0"/>
              </a:spcAft>
              <a:buClr>
                <a:schemeClr val="lt2"/>
              </a:buClr>
              <a:buSzPts val="900"/>
              <a:buFont typeface="Montserrat"/>
              <a:buChar char="●"/>
              <a:defRPr/>
            </a:lvl4pPr>
            <a:lvl5pPr indent="-285750" lvl="4" marL="2286000">
              <a:lnSpc>
                <a:spcPct val="115000"/>
              </a:lnSpc>
              <a:spcBef>
                <a:spcPts val="0"/>
              </a:spcBef>
              <a:spcAft>
                <a:spcPts val="0"/>
              </a:spcAft>
              <a:buClr>
                <a:schemeClr val="lt2"/>
              </a:buClr>
              <a:buSzPts val="900"/>
              <a:buFont typeface="Montserrat"/>
              <a:buChar char="○"/>
              <a:defRPr/>
            </a:lvl5pPr>
            <a:lvl6pPr indent="-285750" lvl="5" marL="2743200">
              <a:lnSpc>
                <a:spcPct val="115000"/>
              </a:lnSpc>
              <a:spcBef>
                <a:spcPts val="0"/>
              </a:spcBef>
              <a:spcAft>
                <a:spcPts val="0"/>
              </a:spcAft>
              <a:buClr>
                <a:schemeClr val="lt2"/>
              </a:buClr>
              <a:buSzPts val="900"/>
              <a:buFont typeface="Montserrat"/>
              <a:buChar char="■"/>
              <a:defRPr/>
            </a:lvl6pPr>
            <a:lvl7pPr indent="-285750" lvl="6" marL="3200400">
              <a:lnSpc>
                <a:spcPct val="115000"/>
              </a:lnSpc>
              <a:spcBef>
                <a:spcPts val="0"/>
              </a:spcBef>
              <a:spcAft>
                <a:spcPts val="0"/>
              </a:spcAft>
              <a:buClr>
                <a:schemeClr val="lt2"/>
              </a:buClr>
              <a:buSzPts val="900"/>
              <a:buFont typeface="Montserrat"/>
              <a:buChar char="●"/>
              <a:defRPr/>
            </a:lvl7pPr>
            <a:lvl8pPr indent="-285750" lvl="7" marL="3657600">
              <a:lnSpc>
                <a:spcPct val="115000"/>
              </a:lnSpc>
              <a:spcBef>
                <a:spcPts val="0"/>
              </a:spcBef>
              <a:spcAft>
                <a:spcPts val="0"/>
              </a:spcAft>
              <a:buClr>
                <a:schemeClr val="lt2"/>
              </a:buClr>
              <a:buSzPts val="900"/>
              <a:buFont typeface="Montserrat"/>
              <a:buChar char="○"/>
              <a:defRPr/>
            </a:lvl8pPr>
            <a:lvl9pPr indent="-285750" lvl="8" marL="4114800">
              <a:lnSpc>
                <a:spcPct val="115000"/>
              </a:lnSpc>
              <a:spcBef>
                <a:spcPts val="0"/>
              </a:spcBef>
              <a:spcAft>
                <a:spcPts val="0"/>
              </a:spcAft>
              <a:buClr>
                <a:schemeClr val="lt2"/>
              </a:buClr>
              <a:buSzPts val="900"/>
              <a:buFont typeface="Montserrat"/>
              <a:buChar char="■"/>
              <a:defRPr/>
            </a:lvl9pPr>
          </a:lstStyle>
          <a:p/>
        </p:txBody>
      </p:sp>
      <p:sp>
        <p:nvSpPr>
          <p:cNvPr id="283" name="Google Shape;283;p33"/>
          <p:cNvSpPr/>
          <p:nvPr>
            <p:ph idx="4" type="pic"/>
          </p:nvPr>
        </p:nvSpPr>
        <p:spPr>
          <a:xfrm>
            <a:off x="256025" y="1597425"/>
            <a:ext cx="2661300" cy="1966200"/>
          </a:xfrm>
          <a:prstGeom prst="rect">
            <a:avLst/>
          </a:prstGeom>
          <a:noFill/>
          <a:ln>
            <a:noFill/>
          </a:ln>
        </p:spPr>
      </p:sp>
      <p:sp>
        <p:nvSpPr>
          <p:cNvPr id="284" name="Google Shape;284;p33"/>
          <p:cNvSpPr/>
          <p:nvPr>
            <p:ph idx="5" type="pic"/>
          </p:nvPr>
        </p:nvSpPr>
        <p:spPr>
          <a:xfrm>
            <a:off x="3241425" y="1597425"/>
            <a:ext cx="2661300" cy="1966200"/>
          </a:xfrm>
          <a:prstGeom prst="rect">
            <a:avLst/>
          </a:prstGeom>
          <a:noFill/>
          <a:ln>
            <a:noFill/>
          </a:ln>
        </p:spPr>
      </p:sp>
      <p:sp>
        <p:nvSpPr>
          <p:cNvPr id="285" name="Google Shape;285;p33"/>
          <p:cNvSpPr/>
          <p:nvPr>
            <p:ph idx="6" type="pic"/>
          </p:nvPr>
        </p:nvSpPr>
        <p:spPr>
          <a:xfrm>
            <a:off x="6226825" y="1588650"/>
            <a:ext cx="2661300" cy="1966200"/>
          </a:xfrm>
          <a:prstGeom prst="rect">
            <a:avLst/>
          </a:prstGeom>
          <a:noFill/>
          <a:ln>
            <a:noFill/>
          </a:ln>
        </p:spPr>
      </p:sp>
      <p:sp>
        <p:nvSpPr>
          <p:cNvPr id="286" name="Google Shape;286;p33"/>
          <p:cNvSpPr txBox="1"/>
          <p:nvPr>
            <p:ph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87" name="Google Shape;287;p33"/>
          <p:cNvSpPr txBox="1"/>
          <p:nvPr>
            <p:ph idx="7" type="subTitle"/>
          </p:nvPr>
        </p:nvSpPr>
        <p:spPr>
          <a:xfrm>
            <a:off x="2560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88" name="Google Shape;288;p33"/>
          <p:cNvSpPr txBox="1"/>
          <p:nvPr>
            <p:ph idx="8" type="subTitle"/>
          </p:nvPr>
        </p:nvSpPr>
        <p:spPr>
          <a:xfrm>
            <a:off x="32413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89" name="Google Shape;289;p33"/>
          <p:cNvSpPr txBox="1"/>
          <p:nvPr>
            <p:ph idx="9" type="subTitle"/>
          </p:nvPr>
        </p:nvSpPr>
        <p:spPr>
          <a:xfrm>
            <a:off x="6226650" y="3765870"/>
            <a:ext cx="2661300" cy="164100"/>
          </a:xfrm>
          <a:prstGeom prst="rect">
            <a:avLst/>
          </a:prstGeom>
        </p:spPr>
        <p:txBody>
          <a:bodyPr anchorCtr="0" anchor="ctr" bIns="0" lIns="0" spcFirstLastPara="1" rIns="0" wrap="square" tIns="0">
            <a:noAutofit/>
          </a:bodyPr>
          <a:lstStyle>
            <a:lvl1pPr lvl="0" algn="l">
              <a:spcBef>
                <a:spcPts val="0"/>
              </a:spcBef>
              <a:spcAft>
                <a:spcPts val="0"/>
              </a:spcAft>
              <a:buClr>
                <a:schemeClr val="dk1"/>
              </a:buClr>
              <a:buSzPts val="1200"/>
              <a:buFont typeface="Montserrat"/>
              <a:buNone/>
              <a:defRPr sz="1200">
                <a:solidFill>
                  <a:schemeClr val="dk1"/>
                </a:solidFill>
              </a:defRPr>
            </a:lvl1pPr>
            <a:lvl2pPr lvl="1">
              <a:spcBef>
                <a:spcPts val="0"/>
              </a:spcBef>
              <a:spcAft>
                <a:spcPts val="0"/>
              </a:spcAft>
              <a:buClr>
                <a:schemeClr val="dk1"/>
              </a:buClr>
              <a:buSzPts val="1200"/>
              <a:buFont typeface="Montserrat"/>
              <a:buNone/>
              <a:defRPr sz="1200">
                <a:solidFill>
                  <a:schemeClr val="dk1"/>
                </a:solidFill>
              </a:defRPr>
            </a:lvl2pPr>
            <a:lvl3pPr lvl="2">
              <a:spcBef>
                <a:spcPts val="0"/>
              </a:spcBef>
              <a:spcAft>
                <a:spcPts val="0"/>
              </a:spcAft>
              <a:buClr>
                <a:schemeClr val="dk1"/>
              </a:buClr>
              <a:buSzPts val="1200"/>
              <a:buFont typeface="Montserrat"/>
              <a:buNone/>
              <a:defRPr sz="1200">
                <a:solidFill>
                  <a:schemeClr val="dk1"/>
                </a:solidFill>
              </a:defRPr>
            </a:lvl3pPr>
            <a:lvl4pPr lvl="3">
              <a:spcBef>
                <a:spcPts val="0"/>
              </a:spcBef>
              <a:spcAft>
                <a:spcPts val="0"/>
              </a:spcAft>
              <a:buClr>
                <a:schemeClr val="dk1"/>
              </a:buClr>
              <a:buSzPts val="1200"/>
              <a:buFont typeface="Montserrat"/>
              <a:buNone/>
              <a:defRPr sz="1200">
                <a:solidFill>
                  <a:schemeClr val="dk1"/>
                </a:solidFill>
              </a:defRPr>
            </a:lvl4pPr>
            <a:lvl5pPr lvl="4">
              <a:spcBef>
                <a:spcPts val="0"/>
              </a:spcBef>
              <a:spcAft>
                <a:spcPts val="0"/>
              </a:spcAft>
              <a:buClr>
                <a:schemeClr val="dk1"/>
              </a:buClr>
              <a:buSzPts val="1200"/>
              <a:buFont typeface="Montserrat"/>
              <a:buNone/>
              <a:defRPr sz="1200">
                <a:solidFill>
                  <a:schemeClr val="dk1"/>
                </a:solidFill>
              </a:defRPr>
            </a:lvl5pPr>
            <a:lvl6pPr lvl="5">
              <a:spcBef>
                <a:spcPts val="0"/>
              </a:spcBef>
              <a:spcAft>
                <a:spcPts val="0"/>
              </a:spcAft>
              <a:buClr>
                <a:schemeClr val="dk1"/>
              </a:buClr>
              <a:buSzPts val="1200"/>
              <a:buFont typeface="Montserrat"/>
              <a:buNone/>
              <a:defRPr sz="1200">
                <a:solidFill>
                  <a:schemeClr val="dk1"/>
                </a:solidFill>
              </a:defRPr>
            </a:lvl6pPr>
            <a:lvl7pPr lvl="6">
              <a:spcBef>
                <a:spcPts val="0"/>
              </a:spcBef>
              <a:spcAft>
                <a:spcPts val="0"/>
              </a:spcAft>
              <a:buClr>
                <a:schemeClr val="dk1"/>
              </a:buClr>
              <a:buSzPts val="1200"/>
              <a:buFont typeface="Montserrat"/>
              <a:buNone/>
              <a:defRPr sz="1200">
                <a:solidFill>
                  <a:schemeClr val="dk1"/>
                </a:solidFill>
              </a:defRPr>
            </a:lvl7pPr>
            <a:lvl8pPr lvl="7">
              <a:spcBef>
                <a:spcPts val="0"/>
              </a:spcBef>
              <a:spcAft>
                <a:spcPts val="0"/>
              </a:spcAft>
              <a:buClr>
                <a:schemeClr val="dk1"/>
              </a:buClr>
              <a:buSzPts val="1200"/>
              <a:buFont typeface="Montserrat"/>
              <a:buNone/>
              <a:defRPr sz="1200">
                <a:solidFill>
                  <a:schemeClr val="dk1"/>
                </a:solidFill>
              </a:defRPr>
            </a:lvl8pPr>
            <a:lvl9pPr lvl="8">
              <a:spcBef>
                <a:spcPts val="0"/>
              </a:spcBef>
              <a:spcAft>
                <a:spcPts val="0"/>
              </a:spcAft>
              <a:buClr>
                <a:schemeClr val="dk1"/>
              </a:buClr>
              <a:buSzPts val="1200"/>
              <a:buFont typeface="Montserrat"/>
              <a:buNone/>
              <a:defRPr sz="1200">
                <a:solidFill>
                  <a:schemeClr val="dk1"/>
                </a:solidFill>
              </a:defRPr>
            </a:lvl9pPr>
          </a:lstStyle>
          <a:p/>
        </p:txBody>
      </p:sp>
      <p:sp>
        <p:nvSpPr>
          <p:cNvPr id="290" name="Google Shape;290;p33"/>
          <p:cNvSpPr txBox="1"/>
          <p:nvPr>
            <p:ph idx="13"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p:cSld name="BLANK_1_1_1_1_1_1_1_1_1_1_1_1_1_1_1_1_1_1_1_2">
    <p:spTree>
      <p:nvGrpSpPr>
        <p:cNvPr id="291" name="Shape 291"/>
        <p:cNvGrpSpPr/>
        <p:nvPr/>
      </p:nvGrpSpPr>
      <p:grpSpPr>
        <a:xfrm>
          <a:off x="0" y="0"/>
          <a:ext cx="0" cy="0"/>
          <a:chOff x="0" y="0"/>
          <a:chExt cx="0" cy="0"/>
        </a:xfrm>
      </p:grpSpPr>
      <p:sp>
        <p:nvSpPr>
          <p:cNvPr id="292" name="Google Shape;292;p34"/>
          <p:cNvSpPr/>
          <p:nvPr>
            <p:ph idx="2" type="pic"/>
          </p:nvPr>
        </p:nvSpPr>
        <p:spPr>
          <a:xfrm>
            <a:off x="2725025" y="1596075"/>
            <a:ext cx="1498500" cy="1498500"/>
          </a:xfrm>
          <a:prstGeom prst="rect">
            <a:avLst/>
          </a:prstGeom>
          <a:noFill/>
          <a:ln>
            <a:noFill/>
          </a:ln>
        </p:spPr>
      </p:sp>
      <p:sp>
        <p:nvSpPr>
          <p:cNvPr id="293" name="Google Shape;293;p34"/>
          <p:cNvSpPr/>
          <p:nvPr>
            <p:ph idx="3" type="pic"/>
          </p:nvPr>
        </p:nvSpPr>
        <p:spPr>
          <a:xfrm>
            <a:off x="7115925" y="1596075"/>
            <a:ext cx="1498500" cy="1498500"/>
          </a:xfrm>
          <a:prstGeom prst="rect">
            <a:avLst/>
          </a:prstGeom>
          <a:noFill/>
          <a:ln>
            <a:noFill/>
          </a:ln>
        </p:spPr>
      </p:sp>
      <p:sp>
        <p:nvSpPr>
          <p:cNvPr id="294" name="Google Shape;294;p34"/>
          <p:cNvSpPr/>
          <p:nvPr>
            <p:ph idx="4" type="pic"/>
          </p:nvPr>
        </p:nvSpPr>
        <p:spPr>
          <a:xfrm>
            <a:off x="4920475" y="1596075"/>
            <a:ext cx="1498500" cy="1498500"/>
          </a:xfrm>
          <a:prstGeom prst="ellipse">
            <a:avLst/>
          </a:prstGeom>
          <a:noFill/>
          <a:ln>
            <a:noFill/>
          </a:ln>
        </p:spPr>
      </p:sp>
      <p:sp>
        <p:nvSpPr>
          <p:cNvPr id="295" name="Google Shape;295;p34"/>
          <p:cNvSpPr/>
          <p:nvPr>
            <p:ph idx="5" type="pic"/>
          </p:nvPr>
        </p:nvSpPr>
        <p:spPr>
          <a:xfrm>
            <a:off x="529575" y="1596075"/>
            <a:ext cx="1498500" cy="1498500"/>
          </a:xfrm>
          <a:prstGeom prst="ellipse">
            <a:avLst/>
          </a:prstGeom>
          <a:noFill/>
          <a:ln>
            <a:noFill/>
          </a:ln>
        </p:spPr>
      </p:sp>
      <p:sp>
        <p:nvSpPr>
          <p:cNvPr id="296" name="Google Shape;296;p34"/>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297" name="Google Shape;297;p34"/>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298" name="Google Shape;298;p34"/>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299" name="Google Shape;299;p34"/>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0" name="Google Shape;300;p34"/>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1" name="Google Shape;301;p34"/>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2" name="Google Shape;302;p34"/>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3" name="Google Shape;303;p34"/>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04" name="Google Shape;304;p34"/>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05" name="Google Shape;305;p34"/>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storyboards - Alt 1">
  <p:cSld name="BLANK_1_1_1_1_1_1_1_1_1_1_1_1_1_1_1_1_1_1_1_2_1">
    <p:spTree>
      <p:nvGrpSpPr>
        <p:cNvPr id="306" name="Shape 306"/>
        <p:cNvGrpSpPr/>
        <p:nvPr/>
      </p:nvGrpSpPr>
      <p:grpSpPr>
        <a:xfrm>
          <a:off x="0" y="0"/>
          <a:ext cx="0" cy="0"/>
          <a:chOff x="0" y="0"/>
          <a:chExt cx="0" cy="0"/>
        </a:xfrm>
      </p:grpSpPr>
      <p:sp>
        <p:nvSpPr>
          <p:cNvPr id="307" name="Google Shape;307;p35"/>
          <p:cNvSpPr/>
          <p:nvPr>
            <p:ph idx="2" type="pic"/>
          </p:nvPr>
        </p:nvSpPr>
        <p:spPr>
          <a:xfrm>
            <a:off x="2725025" y="1596075"/>
            <a:ext cx="1498500" cy="1498500"/>
          </a:xfrm>
          <a:prstGeom prst="rect">
            <a:avLst/>
          </a:prstGeom>
          <a:noFill/>
          <a:ln>
            <a:noFill/>
          </a:ln>
        </p:spPr>
      </p:sp>
      <p:sp>
        <p:nvSpPr>
          <p:cNvPr id="308" name="Google Shape;308;p35"/>
          <p:cNvSpPr/>
          <p:nvPr>
            <p:ph idx="3" type="pic"/>
          </p:nvPr>
        </p:nvSpPr>
        <p:spPr>
          <a:xfrm>
            <a:off x="7115925" y="1596075"/>
            <a:ext cx="1498500" cy="1498500"/>
          </a:xfrm>
          <a:prstGeom prst="rect">
            <a:avLst/>
          </a:prstGeom>
          <a:noFill/>
          <a:ln>
            <a:noFill/>
          </a:ln>
        </p:spPr>
      </p:sp>
      <p:sp>
        <p:nvSpPr>
          <p:cNvPr id="309" name="Google Shape;309;p35"/>
          <p:cNvSpPr/>
          <p:nvPr>
            <p:ph idx="4" type="pic"/>
          </p:nvPr>
        </p:nvSpPr>
        <p:spPr>
          <a:xfrm>
            <a:off x="4920475" y="1596075"/>
            <a:ext cx="1498500" cy="1498500"/>
          </a:xfrm>
          <a:prstGeom prst="ellipse">
            <a:avLst/>
          </a:prstGeom>
          <a:noFill/>
          <a:ln>
            <a:noFill/>
          </a:ln>
        </p:spPr>
      </p:sp>
      <p:sp>
        <p:nvSpPr>
          <p:cNvPr id="310" name="Google Shape;310;p35"/>
          <p:cNvSpPr/>
          <p:nvPr>
            <p:ph idx="5" type="pic"/>
          </p:nvPr>
        </p:nvSpPr>
        <p:spPr>
          <a:xfrm>
            <a:off x="529575" y="1596075"/>
            <a:ext cx="1498500" cy="1498500"/>
          </a:xfrm>
          <a:prstGeom prst="ellipse">
            <a:avLst/>
          </a:prstGeom>
          <a:noFill/>
          <a:ln>
            <a:noFill/>
          </a:ln>
        </p:spPr>
      </p:sp>
      <p:sp>
        <p:nvSpPr>
          <p:cNvPr id="311" name="Google Shape;311;p35"/>
          <p:cNvSpPr txBox="1"/>
          <p:nvPr>
            <p:ph type="title"/>
          </p:nvPr>
        </p:nvSpPr>
        <p:spPr>
          <a:xfrm>
            <a:off x="52957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2" name="Google Shape;312;p35"/>
          <p:cNvSpPr txBox="1"/>
          <p:nvPr>
            <p:ph idx="6" type="title"/>
          </p:nvPr>
        </p:nvSpPr>
        <p:spPr>
          <a:xfrm>
            <a:off x="256025" y="213150"/>
            <a:ext cx="5750100" cy="5118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000"/>
            </a:lvl1pPr>
            <a:lvl2pPr lvl="1">
              <a:lnSpc>
                <a:spcPct val="115000"/>
              </a:lnSpc>
              <a:spcBef>
                <a:spcPts val="0"/>
              </a:spcBef>
              <a:spcAft>
                <a:spcPts val="0"/>
              </a:spcAft>
              <a:buNone/>
              <a:defRPr sz="3000"/>
            </a:lvl2pPr>
            <a:lvl3pPr lvl="2">
              <a:lnSpc>
                <a:spcPct val="115000"/>
              </a:lnSpc>
              <a:spcBef>
                <a:spcPts val="0"/>
              </a:spcBef>
              <a:spcAft>
                <a:spcPts val="0"/>
              </a:spcAft>
              <a:buNone/>
              <a:defRPr sz="3000"/>
            </a:lvl3pPr>
            <a:lvl4pPr lvl="3">
              <a:lnSpc>
                <a:spcPct val="115000"/>
              </a:lnSpc>
              <a:spcBef>
                <a:spcPts val="0"/>
              </a:spcBef>
              <a:spcAft>
                <a:spcPts val="0"/>
              </a:spcAft>
              <a:buNone/>
              <a:defRPr sz="3000"/>
            </a:lvl4pPr>
            <a:lvl5pPr lvl="4">
              <a:lnSpc>
                <a:spcPct val="115000"/>
              </a:lnSpc>
              <a:spcBef>
                <a:spcPts val="0"/>
              </a:spcBef>
              <a:spcAft>
                <a:spcPts val="0"/>
              </a:spcAft>
              <a:buNone/>
              <a:defRPr sz="3000"/>
            </a:lvl5pPr>
            <a:lvl6pPr lvl="5">
              <a:lnSpc>
                <a:spcPct val="115000"/>
              </a:lnSpc>
              <a:spcBef>
                <a:spcPts val="0"/>
              </a:spcBef>
              <a:spcAft>
                <a:spcPts val="0"/>
              </a:spcAft>
              <a:buNone/>
              <a:defRPr sz="3000"/>
            </a:lvl6pPr>
            <a:lvl7pPr lvl="6">
              <a:lnSpc>
                <a:spcPct val="115000"/>
              </a:lnSpc>
              <a:spcBef>
                <a:spcPts val="0"/>
              </a:spcBef>
              <a:spcAft>
                <a:spcPts val="0"/>
              </a:spcAft>
              <a:buNone/>
              <a:defRPr sz="3000"/>
            </a:lvl7pPr>
            <a:lvl8pPr lvl="7">
              <a:lnSpc>
                <a:spcPct val="115000"/>
              </a:lnSpc>
              <a:spcBef>
                <a:spcPts val="0"/>
              </a:spcBef>
              <a:spcAft>
                <a:spcPts val="0"/>
              </a:spcAft>
              <a:buNone/>
              <a:defRPr sz="3000"/>
            </a:lvl8pPr>
            <a:lvl9pPr lvl="8">
              <a:lnSpc>
                <a:spcPct val="115000"/>
              </a:lnSpc>
              <a:spcBef>
                <a:spcPts val="0"/>
              </a:spcBef>
              <a:spcAft>
                <a:spcPts val="0"/>
              </a:spcAft>
              <a:buNone/>
              <a:defRPr sz="3000"/>
            </a:lvl9pPr>
          </a:lstStyle>
          <a:p/>
        </p:txBody>
      </p:sp>
      <p:sp>
        <p:nvSpPr>
          <p:cNvPr id="313" name="Google Shape;313;p35"/>
          <p:cNvSpPr txBox="1"/>
          <p:nvPr>
            <p:ph idx="7" type="title"/>
          </p:nvPr>
        </p:nvSpPr>
        <p:spPr>
          <a:xfrm>
            <a:off x="5295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4" name="Google Shape;314;p35"/>
          <p:cNvSpPr txBox="1"/>
          <p:nvPr>
            <p:ph idx="8" type="title"/>
          </p:nvPr>
        </p:nvSpPr>
        <p:spPr>
          <a:xfrm>
            <a:off x="27250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5" name="Google Shape;315;p35"/>
          <p:cNvSpPr txBox="1"/>
          <p:nvPr>
            <p:ph idx="9" type="title"/>
          </p:nvPr>
        </p:nvSpPr>
        <p:spPr>
          <a:xfrm>
            <a:off x="27250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6" name="Google Shape;316;p35"/>
          <p:cNvSpPr txBox="1"/>
          <p:nvPr>
            <p:ph idx="13" type="title"/>
          </p:nvPr>
        </p:nvSpPr>
        <p:spPr>
          <a:xfrm>
            <a:off x="4920475" y="3352550"/>
            <a:ext cx="1498500" cy="189600"/>
          </a:xfrm>
          <a:prstGeom prst="rect">
            <a:avLst/>
          </a:prstGeom>
        </p:spPr>
        <p:txBody>
          <a:bodyPr anchorCtr="0" anchor="t" bIns="91425" lIns="91425" spcFirstLastPara="1" rIns="91425" wrap="square" tIns="91425">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7" name="Google Shape;317;p35"/>
          <p:cNvSpPr txBox="1"/>
          <p:nvPr>
            <p:ph idx="14" type="title"/>
          </p:nvPr>
        </p:nvSpPr>
        <p:spPr>
          <a:xfrm>
            <a:off x="492047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18" name="Google Shape;318;p35"/>
          <p:cNvSpPr txBox="1"/>
          <p:nvPr>
            <p:ph idx="15" type="title"/>
          </p:nvPr>
        </p:nvSpPr>
        <p:spPr>
          <a:xfrm>
            <a:off x="7115925" y="3352550"/>
            <a:ext cx="1498500" cy="189600"/>
          </a:xfrm>
          <a:prstGeom prst="rect">
            <a:avLst/>
          </a:prstGeom>
        </p:spPr>
        <p:txBody>
          <a:bodyPr anchorCtr="0" anchor="t" bIns="0" lIns="0" spcFirstLastPara="1" rIns="0" wrap="square" tIns="0">
            <a:noAutofit/>
          </a:bodyPr>
          <a:lstStyle>
            <a:lvl1pPr lvl="0" algn="ctr">
              <a:spcBef>
                <a:spcPts val="0"/>
              </a:spcBef>
              <a:spcAft>
                <a:spcPts val="0"/>
              </a:spcAft>
              <a:buNone/>
              <a:defRPr sz="1200">
                <a:latin typeface="Montserrat"/>
                <a:ea typeface="Montserrat"/>
                <a:cs typeface="Montserrat"/>
                <a:sym typeface="Montserrat"/>
              </a:defRPr>
            </a:lvl1pPr>
            <a:lvl2pPr lvl="1" algn="ctr">
              <a:spcBef>
                <a:spcPts val="0"/>
              </a:spcBef>
              <a:spcAft>
                <a:spcPts val="0"/>
              </a:spcAft>
              <a:buNone/>
              <a:defRPr sz="1200">
                <a:latin typeface="Montserrat"/>
                <a:ea typeface="Montserrat"/>
                <a:cs typeface="Montserrat"/>
                <a:sym typeface="Montserrat"/>
              </a:defRPr>
            </a:lvl2pPr>
            <a:lvl3pPr lvl="2" algn="ctr">
              <a:spcBef>
                <a:spcPts val="0"/>
              </a:spcBef>
              <a:spcAft>
                <a:spcPts val="0"/>
              </a:spcAft>
              <a:buNone/>
              <a:defRPr sz="1200">
                <a:latin typeface="Montserrat"/>
                <a:ea typeface="Montserrat"/>
                <a:cs typeface="Montserrat"/>
                <a:sym typeface="Montserrat"/>
              </a:defRPr>
            </a:lvl3pPr>
            <a:lvl4pPr lvl="3" algn="ctr">
              <a:spcBef>
                <a:spcPts val="0"/>
              </a:spcBef>
              <a:spcAft>
                <a:spcPts val="0"/>
              </a:spcAft>
              <a:buNone/>
              <a:defRPr sz="1200">
                <a:latin typeface="Montserrat"/>
                <a:ea typeface="Montserrat"/>
                <a:cs typeface="Montserrat"/>
                <a:sym typeface="Montserrat"/>
              </a:defRPr>
            </a:lvl4pPr>
            <a:lvl5pPr lvl="4" algn="ctr">
              <a:spcBef>
                <a:spcPts val="0"/>
              </a:spcBef>
              <a:spcAft>
                <a:spcPts val="0"/>
              </a:spcAft>
              <a:buNone/>
              <a:defRPr sz="1200">
                <a:latin typeface="Montserrat"/>
                <a:ea typeface="Montserrat"/>
                <a:cs typeface="Montserrat"/>
                <a:sym typeface="Montserrat"/>
              </a:defRPr>
            </a:lvl5pPr>
            <a:lvl6pPr lvl="5" algn="ctr">
              <a:spcBef>
                <a:spcPts val="0"/>
              </a:spcBef>
              <a:spcAft>
                <a:spcPts val="0"/>
              </a:spcAft>
              <a:buNone/>
              <a:defRPr sz="1200">
                <a:latin typeface="Montserrat"/>
                <a:ea typeface="Montserrat"/>
                <a:cs typeface="Montserrat"/>
                <a:sym typeface="Montserrat"/>
              </a:defRPr>
            </a:lvl6pPr>
            <a:lvl7pPr lvl="6" algn="ctr">
              <a:spcBef>
                <a:spcPts val="0"/>
              </a:spcBef>
              <a:spcAft>
                <a:spcPts val="0"/>
              </a:spcAft>
              <a:buNone/>
              <a:defRPr sz="1200">
                <a:latin typeface="Montserrat"/>
                <a:ea typeface="Montserrat"/>
                <a:cs typeface="Montserrat"/>
                <a:sym typeface="Montserrat"/>
              </a:defRPr>
            </a:lvl7pPr>
            <a:lvl8pPr lvl="7" algn="ctr">
              <a:spcBef>
                <a:spcPts val="0"/>
              </a:spcBef>
              <a:spcAft>
                <a:spcPts val="0"/>
              </a:spcAft>
              <a:buNone/>
              <a:defRPr sz="1200">
                <a:latin typeface="Montserrat"/>
                <a:ea typeface="Montserrat"/>
                <a:cs typeface="Montserrat"/>
                <a:sym typeface="Montserrat"/>
              </a:defRPr>
            </a:lvl8pPr>
            <a:lvl9pPr lvl="8" algn="ctr">
              <a:spcBef>
                <a:spcPts val="0"/>
              </a:spcBef>
              <a:spcAft>
                <a:spcPts val="0"/>
              </a:spcAft>
              <a:buNone/>
              <a:defRPr sz="1200">
                <a:latin typeface="Montserrat"/>
                <a:ea typeface="Montserrat"/>
                <a:cs typeface="Montserrat"/>
                <a:sym typeface="Montserrat"/>
              </a:defRPr>
            </a:lvl9pPr>
          </a:lstStyle>
          <a:p/>
        </p:txBody>
      </p:sp>
      <p:sp>
        <p:nvSpPr>
          <p:cNvPr id="319" name="Google Shape;319;p35"/>
          <p:cNvSpPr txBox="1"/>
          <p:nvPr>
            <p:ph idx="16" type="title"/>
          </p:nvPr>
        </p:nvSpPr>
        <p:spPr>
          <a:xfrm>
            <a:off x="7115925" y="3582694"/>
            <a:ext cx="1498500" cy="189600"/>
          </a:xfrm>
          <a:prstGeom prst="rect">
            <a:avLst/>
          </a:prstGeom>
        </p:spPr>
        <p:txBody>
          <a:bodyPr anchorCtr="0" anchor="t" bIns="0" lIns="0" spcFirstLastPara="1" rIns="0" wrap="square" tIns="0">
            <a:spAutoFit/>
          </a:bodyPr>
          <a:lstStyle>
            <a:lvl1pPr lvl="0" algn="ctr">
              <a:spcBef>
                <a:spcPts val="0"/>
              </a:spcBef>
              <a:spcAft>
                <a:spcPts val="0"/>
              </a:spcAft>
              <a:buNone/>
              <a:defRPr sz="1000">
                <a:solidFill>
                  <a:schemeClr val="lt2"/>
                </a:solidFill>
              </a:defRPr>
            </a:lvl1pPr>
            <a:lvl2pPr lvl="1">
              <a:lnSpc>
                <a:spcPct val="115000"/>
              </a:lnSpc>
              <a:spcBef>
                <a:spcPts val="0"/>
              </a:spcBef>
              <a:spcAft>
                <a:spcPts val="0"/>
              </a:spcAft>
              <a:buNone/>
              <a:defRPr sz="1000"/>
            </a:lvl2pPr>
            <a:lvl3pPr lvl="2">
              <a:lnSpc>
                <a:spcPct val="115000"/>
              </a:lnSpc>
              <a:spcBef>
                <a:spcPts val="0"/>
              </a:spcBef>
              <a:spcAft>
                <a:spcPts val="0"/>
              </a:spcAft>
              <a:buNone/>
              <a:defRPr sz="1000"/>
            </a:lvl3pPr>
            <a:lvl4pPr lvl="3">
              <a:lnSpc>
                <a:spcPct val="115000"/>
              </a:lnSpc>
              <a:spcBef>
                <a:spcPts val="0"/>
              </a:spcBef>
              <a:spcAft>
                <a:spcPts val="0"/>
              </a:spcAft>
              <a:buNone/>
              <a:defRPr sz="1000"/>
            </a:lvl4pPr>
            <a:lvl5pPr lvl="4">
              <a:lnSpc>
                <a:spcPct val="115000"/>
              </a:lnSpc>
              <a:spcBef>
                <a:spcPts val="0"/>
              </a:spcBef>
              <a:spcAft>
                <a:spcPts val="0"/>
              </a:spcAft>
              <a:buNone/>
              <a:defRPr sz="1000"/>
            </a:lvl5pPr>
            <a:lvl6pPr lvl="5">
              <a:lnSpc>
                <a:spcPct val="115000"/>
              </a:lnSpc>
              <a:spcBef>
                <a:spcPts val="0"/>
              </a:spcBef>
              <a:spcAft>
                <a:spcPts val="0"/>
              </a:spcAft>
              <a:buNone/>
              <a:defRPr sz="1000"/>
            </a:lvl6pPr>
            <a:lvl7pPr lvl="6">
              <a:lnSpc>
                <a:spcPct val="115000"/>
              </a:lnSpc>
              <a:spcBef>
                <a:spcPts val="0"/>
              </a:spcBef>
              <a:spcAft>
                <a:spcPts val="0"/>
              </a:spcAft>
              <a:buNone/>
              <a:defRPr sz="1000"/>
            </a:lvl7pPr>
            <a:lvl8pPr lvl="7">
              <a:lnSpc>
                <a:spcPct val="115000"/>
              </a:lnSpc>
              <a:spcBef>
                <a:spcPts val="0"/>
              </a:spcBef>
              <a:spcAft>
                <a:spcPts val="0"/>
              </a:spcAft>
              <a:buNone/>
              <a:defRPr sz="1000"/>
            </a:lvl8pPr>
            <a:lvl9pPr lvl="8">
              <a:lnSpc>
                <a:spcPct val="115000"/>
              </a:lnSpc>
              <a:spcBef>
                <a:spcPts val="0"/>
              </a:spcBef>
              <a:spcAft>
                <a:spcPts val="0"/>
              </a:spcAft>
              <a:buNone/>
              <a:defRPr sz="1000"/>
            </a:lvl9pPr>
          </a:lstStyle>
          <a:p/>
        </p:txBody>
      </p:sp>
      <p:sp>
        <p:nvSpPr>
          <p:cNvPr id="320" name="Google Shape;320;p35"/>
          <p:cNvSpPr txBox="1"/>
          <p:nvPr>
            <p:ph idx="1" type="body"/>
          </p:nvPr>
        </p:nvSpPr>
        <p:spPr>
          <a:xfrm>
            <a:off x="2432125" y="3851275"/>
            <a:ext cx="20850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1" name="Google Shape;321;p35"/>
          <p:cNvSpPr txBox="1"/>
          <p:nvPr>
            <p:ph idx="17" type="body"/>
          </p:nvPr>
        </p:nvSpPr>
        <p:spPr>
          <a:xfrm>
            <a:off x="25602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2" name="Google Shape;322;p35"/>
          <p:cNvSpPr txBox="1"/>
          <p:nvPr>
            <p:ph idx="18" type="body"/>
          </p:nvPr>
        </p:nvSpPr>
        <p:spPr>
          <a:xfrm>
            <a:off x="6821675" y="3851275"/>
            <a:ext cx="2066400" cy="775800"/>
          </a:xfrm>
          <a:prstGeom prst="rect">
            <a:avLst/>
          </a:prstGeom>
        </p:spPr>
        <p:txBody>
          <a:bodyPr anchorCtr="0" anchor="t" bIns="0" lIns="91425" spcFirstLastPara="1" rIns="91425" wrap="square" tIns="0">
            <a:spAutoFit/>
          </a:bodyPr>
          <a:lstStyle>
            <a:lvl1pPr indent="-285750" lvl="0" marL="457200" algn="ctr">
              <a:lnSpc>
                <a:spcPct val="115000"/>
              </a:lnSpc>
              <a:spcBef>
                <a:spcPts val="0"/>
              </a:spcBef>
              <a:spcAft>
                <a:spcPts val="0"/>
              </a:spcAft>
              <a:buClr>
                <a:schemeClr val="lt2"/>
              </a:buClr>
              <a:buSzPts val="900"/>
              <a:buFont typeface="Montserrat"/>
              <a:buChar char="●"/>
              <a:defRPr/>
            </a:lvl1pPr>
            <a:lvl2pPr indent="-285750" lvl="1" marL="914400" algn="ctr">
              <a:lnSpc>
                <a:spcPct val="115000"/>
              </a:lnSpc>
              <a:spcBef>
                <a:spcPts val="0"/>
              </a:spcBef>
              <a:spcAft>
                <a:spcPts val="0"/>
              </a:spcAft>
              <a:buClr>
                <a:schemeClr val="lt2"/>
              </a:buClr>
              <a:buSzPts val="900"/>
              <a:buFont typeface="Montserrat"/>
              <a:buChar char="○"/>
              <a:defRPr/>
            </a:lvl2pPr>
            <a:lvl3pPr indent="-285750" lvl="2" marL="1371600" algn="ctr">
              <a:lnSpc>
                <a:spcPct val="115000"/>
              </a:lnSpc>
              <a:spcBef>
                <a:spcPts val="0"/>
              </a:spcBef>
              <a:spcAft>
                <a:spcPts val="0"/>
              </a:spcAft>
              <a:buClr>
                <a:schemeClr val="lt2"/>
              </a:buClr>
              <a:buSzPts val="900"/>
              <a:buFont typeface="Montserrat"/>
              <a:buChar char="■"/>
              <a:defRPr/>
            </a:lvl3pPr>
            <a:lvl4pPr indent="-285750" lvl="3" marL="1828800" algn="ctr">
              <a:lnSpc>
                <a:spcPct val="115000"/>
              </a:lnSpc>
              <a:spcBef>
                <a:spcPts val="0"/>
              </a:spcBef>
              <a:spcAft>
                <a:spcPts val="0"/>
              </a:spcAft>
              <a:buClr>
                <a:schemeClr val="lt2"/>
              </a:buClr>
              <a:buSzPts val="900"/>
              <a:buFont typeface="Montserrat"/>
              <a:buChar char="●"/>
              <a:defRPr/>
            </a:lvl4pPr>
            <a:lvl5pPr indent="-285750" lvl="4" marL="2286000" algn="ctr">
              <a:lnSpc>
                <a:spcPct val="115000"/>
              </a:lnSpc>
              <a:spcBef>
                <a:spcPts val="0"/>
              </a:spcBef>
              <a:spcAft>
                <a:spcPts val="0"/>
              </a:spcAft>
              <a:buClr>
                <a:schemeClr val="lt2"/>
              </a:buClr>
              <a:buSzPts val="900"/>
              <a:buFont typeface="Montserrat"/>
              <a:buChar char="○"/>
              <a:defRPr/>
            </a:lvl5pPr>
            <a:lvl6pPr indent="-285750" lvl="5" marL="2743200" algn="ctr">
              <a:lnSpc>
                <a:spcPct val="115000"/>
              </a:lnSpc>
              <a:spcBef>
                <a:spcPts val="0"/>
              </a:spcBef>
              <a:spcAft>
                <a:spcPts val="0"/>
              </a:spcAft>
              <a:buClr>
                <a:schemeClr val="lt2"/>
              </a:buClr>
              <a:buSzPts val="900"/>
              <a:buFont typeface="Montserrat"/>
              <a:buChar char="■"/>
              <a:defRPr/>
            </a:lvl6pPr>
            <a:lvl7pPr indent="-285750" lvl="6" marL="3200400" algn="ctr">
              <a:lnSpc>
                <a:spcPct val="115000"/>
              </a:lnSpc>
              <a:spcBef>
                <a:spcPts val="0"/>
              </a:spcBef>
              <a:spcAft>
                <a:spcPts val="0"/>
              </a:spcAft>
              <a:buClr>
                <a:schemeClr val="lt2"/>
              </a:buClr>
              <a:buSzPts val="900"/>
              <a:buFont typeface="Montserrat"/>
              <a:buChar char="●"/>
              <a:defRPr/>
            </a:lvl7pPr>
            <a:lvl8pPr indent="-285750" lvl="7" marL="3657600" algn="ctr">
              <a:lnSpc>
                <a:spcPct val="115000"/>
              </a:lnSpc>
              <a:spcBef>
                <a:spcPts val="0"/>
              </a:spcBef>
              <a:spcAft>
                <a:spcPts val="0"/>
              </a:spcAft>
              <a:buClr>
                <a:schemeClr val="lt2"/>
              </a:buClr>
              <a:buSzPts val="900"/>
              <a:buFont typeface="Montserrat"/>
              <a:buChar char="○"/>
              <a:defRPr/>
            </a:lvl8pPr>
            <a:lvl9pPr indent="-285750" lvl="8" marL="4114800" algn="ctr">
              <a:lnSpc>
                <a:spcPct val="115000"/>
              </a:lnSpc>
              <a:spcBef>
                <a:spcPts val="0"/>
              </a:spcBef>
              <a:spcAft>
                <a:spcPts val="0"/>
              </a:spcAft>
              <a:buClr>
                <a:schemeClr val="lt2"/>
              </a:buClr>
              <a:buSzPts val="900"/>
              <a:buFont typeface="Montserrat"/>
              <a:buChar char="■"/>
              <a:defRPr/>
            </a:lvl9pPr>
          </a:lstStyle>
          <a:p/>
        </p:txBody>
      </p:sp>
      <p:sp>
        <p:nvSpPr>
          <p:cNvPr id="323" name="Google Shape;323;p35"/>
          <p:cNvSpPr txBox="1"/>
          <p:nvPr>
            <p:ph idx="19" type="body"/>
          </p:nvPr>
        </p:nvSpPr>
        <p:spPr>
          <a:xfrm>
            <a:off x="4629100" y="3851275"/>
            <a:ext cx="2085000" cy="775800"/>
          </a:xfrm>
          <a:prstGeom prst="rect">
            <a:avLst/>
          </a:prstGeom>
        </p:spPr>
        <p:txBody>
          <a:bodyPr anchorCtr="0" anchor="t" bIns="0" lIns="91425" spcFirstLastPara="1" rIns="91425" wrap="square" tIns="0">
            <a:spAutoFit/>
          </a:bodyPr>
          <a:lstStyle>
            <a:lvl1pPr indent="-285750" lvl="0" marL="457200" algn="ctr">
              <a:spcBef>
                <a:spcPts val="0"/>
              </a:spcBef>
              <a:spcAft>
                <a:spcPts val="0"/>
              </a:spcAft>
              <a:buClr>
                <a:schemeClr val="lt2"/>
              </a:buClr>
              <a:buSzPts val="900"/>
              <a:buFont typeface="Montserrat"/>
              <a:buChar char="●"/>
              <a:defRPr/>
            </a:lvl1pPr>
            <a:lvl2pPr indent="-285750" lvl="1" marL="914400" algn="ctr">
              <a:spcBef>
                <a:spcPts val="0"/>
              </a:spcBef>
              <a:spcAft>
                <a:spcPts val="0"/>
              </a:spcAft>
              <a:buClr>
                <a:schemeClr val="lt2"/>
              </a:buClr>
              <a:buSzPts val="900"/>
              <a:buFont typeface="Montserrat"/>
              <a:buChar char="○"/>
              <a:defRPr/>
            </a:lvl2pPr>
            <a:lvl3pPr indent="-285750" lvl="2" marL="1371600" algn="ctr">
              <a:spcBef>
                <a:spcPts val="0"/>
              </a:spcBef>
              <a:spcAft>
                <a:spcPts val="0"/>
              </a:spcAft>
              <a:buClr>
                <a:schemeClr val="lt2"/>
              </a:buClr>
              <a:buSzPts val="900"/>
              <a:buFont typeface="Montserrat"/>
              <a:buChar char="■"/>
              <a:defRPr/>
            </a:lvl3pPr>
            <a:lvl4pPr indent="-285750" lvl="3" marL="1828800" algn="ctr">
              <a:spcBef>
                <a:spcPts val="0"/>
              </a:spcBef>
              <a:spcAft>
                <a:spcPts val="0"/>
              </a:spcAft>
              <a:buClr>
                <a:schemeClr val="lt2"/>
              </a:buClr>
              <a:buSzPts val="900"/>
              <a:buFont typeface="Montserrat"/>
              <a:buChar char="●"/>
              <a:defRPr/>
            </a:lvl4pPr>
            <a:lvl5pPr indent="-285750" lvl="4" marL="2286000" algn="ctr">
              <a:spcBef>
                <a:spcPts val="0"/>
              </a:spcBef>
              <a:spcAft>
                <a:spcPts val="0"/>
              </a:spcAft>
              <a:buClr>
                <a:schemeClr val="lt2"/>
              </a:buClr>
              <a:buSzPts val="900"/>
              <a:buFont typeface="Montserrat"/>
              <a:buChar char="○"/>
              <a:defRPr/>
            </a:lvl5pPr>
            <a:lvl6pPr indent="-285750" lvl="5" marL="2743200" algn="ctr">
              <a:spcBef>
                <a:spcPts val="0"/>
              </a:spcBef>
              <a:spcAft>
                <a:spcPts val="0"/>
              </a:spcAft>
              <a:buClr>
                <a:schemeClr val="lt2"/>
              </a:buClr>
              <a:buSzPts val="900"/>
              <a:buFont typeface="Montserrat"/>
              <a:buChar char="■"/>
              <a:defRPr/>
            </a:lvl6pPr>
            <a:lvl7pPr indent="-285750" lvl="6" marL="3200400" algn="ctr">
              <a:spcBef>
                <a:spcPts val="0"/>
              </a:spcBef>
              <a:spcAft>
                <a:spcPts val="0"/>
              </a:spcAft>
              <a:buClr>
                <a:schemeClr val="lt2"/>
              </a:buClr>
              <a:buSzPts val="900"/>
              <a:buFont typeface="Montserrat"/>
              <a:buChar char="●"/>
              <a:defRPr/>
            </a:lvl7pPr>
            <a:lvl8pPr indent="-285750" lvl="7" marL="3657600" algn="ctr">
              <a:spcBef>
                <a:spcPts val="0"/>
              </a:spcBef>
              <a:spcAft>
                <a:spcPts val="0"/>
              </a:spcAft>
              <a:buClr>
                <a:schemeClr val="lt2"/>
              </a:buClr>
              <a:buSzPts val="900"/>
              <a:buFont typeface="Montserrat"/>
              <a:buChar char="○"/>
              <a:defRPr/>
            </a:lvl8pPr>
            <a:lvl9pPr indent="-285750" lvl="8" marL="4114800" algn="ctr">
              <a:spcBef>
                <a:spcPts val="0"/>
              </a:spcBef>
              <a:spcAft>
                <a:spcPts val="0"/>
              </a:spcAft>
              <a:buClr>
                <a:schemeClr val="lt2"/>
              </a:buClr>
              <a:buSzPts val="900"/>
              <a:buFont typeface="Montserrat"/>
              <a:buChar char="■"/>
              <a:defRPr/>
            </a:lvl9pPr>
          </a:lstStyle>
          <a:p/>
        </p:txBody>
      </p:sp>
      <p:sp>
        <p:nvSpPr>
          <p:cNvPr id="324" name="Google Shape;324;p35"/>
          <p:cNvSpPr txBox="1"/>
          <p:nvPr>
            <p:ph idx="20" type="subTitle"/>
          </p:nvPr>
        </p:nvSpPr>
        <p:spPr>
          <a:xfrm>
            <a:off x="7657750" y="256025"/>
            <a:ext cx="1230300" cy="275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800"/>
              <a:buFont typeface="Montserrat"/>
              <a:buNone/>
              <a:defRPr>
                <a:solidFill>
                  <a:schemeClr val="dk1"/>
                </a:solidFill>
              </a:defRPr>
            </a:lvl1pPr>
            <a:lvl2pPr lvl="1">
              <a:spcBef>
                <a:spcPts val="0"/>
              </a:spcBef>
              <a:spcAft>
                <a:spcPts val="0"/>
              </a:spcAft>
              <a:buClr>
                <a:schemeClr val="dk1"/>
              </a:buClr>
              <a:buSzPts val="800"/>
              <a:buFont typeface="Montserrat"/>
              <a:buNone/>
              <a:defRPr>
                <a:solidFill>
                  <a:schemeClr val="dk1"/>
                </a:solidFill>
              </a:defRPr>
            </a:lvl2pPr>
            <a:lvl3pPr lvl="2">
              <a:spcBef>
                <a:spcPts val="0"/>
              </a:spcBef>
              <a:spcAft>
                <a:spcPts val="0"/>
              </a:spcAft>
              <a:buClr>
                <a:schemeClr val="dk1"/>
              </a:buClr>
              <a:buSzPts val="800"/>
              <a:buFont typeface="Montserrat"/>
              <a:buNone/>
              <a:defRPr>
                <a:solidFill>
                  <a:schemeClr val="dk1"/>
                </a:solidFill>
              </a:defRPr>
            </a:lvl3pPr>
            <a:lvl4pPr lvl="3">
              <a:spcBef>
                <a:spcPts val="0"/>
              </a:spcBef>
              <a:spcAft>
                <a:spcPts val="0"/>
              </a:spcAft>
              <a:buClr>
                <a:schemeClr val="dk1"/>
              </a:buClr>
              <a:buSzPts val="800"/>
              <a:buFont typeface="Montserrat"/>
              <a:buNone/>
              <a:defRPr>
                <a:solidFill>
                  <a:schemeClr val="dk1"/>
                </a:solidFill>
              </a:defRPr>
            </a:lvl4pPr>
            <a:lvl5pPr lvl="4">
              <a:spcBef>
                <a:spcPts val="0"/>
              </a:spcBef>
              <a:spcAft>
                <a:spcPts val="0"/>
              </a:spcAft>
              <a:buClr>
                <a:schemeClr val="dk1"/>
              </a:buClr>
              <a:buSzPts val="800"/>
              <a:buFont typeface="Montserrat"/>
              <a:buNone/>
              <a:defRPr>
                <a:solidFill>
                  <a:schemeClr val="dk1"/>
                </a:solidFill>
              </a:defRPr>
            </a:lvl5pPr>
            <a:lvl6pPr lvl="5">
              <a:spcBef>
                <a:spcPts val="0"/>
              </a:spcBef>
              <a:spcAft>
                <a:spcPts val="0"/>
              </a:spcAft>
              <a:buClr>
                <a:schemeClr val="dk1"/>
              </a:buClr>
              <a:buSzPts val="800"/>
              <a:buFont typeface="Montserrat"/>
              <a:buNone/>
              <a:defRPr>
                <a:solidFill>
                  <a:schemeClr val="dk1"/>
                </a:solidFill>
              </a:defRPr>
            </a:lvl6pPr>
            <a:lvl7pPr lvl="6">
              <a:spcBef>
                <a:spcPts val="0"/>
              </a:spcBef>
              <a:spcAft>
                <a:spcPts val="0"/>
              </a:spcAft>
              <a:buClr>
                <a:schemeClr val="dk1"/>
              </a:buClr>
              <a:buSzPts val="800"/>
              <a:buFont typeface="Montserrat"/>
              <a:buNone/>
              <a:defRPr>
                <a:solidFill>
                  <a:schemeClr val="dk1"/>
                </a:solidFill>
              </a:defRPr>
            </a:lvl7pPr>
            <a:lvl8pPr lvl="7">
              <a:spcBef>
                <a:spcPts val="0"/>
              </a:spcBef>
              <a:spcAft>
                <a:spcPts val="0"/>
              </a:spcAft>
              <a:buClr>
                <a:schemeClr val="dk1"/>
              </a:buClr>
              <a:buSzPts val="800"/>
              <a:buFont typeface="Montserrat"/>
              <a:buNone/>
              <a:defRPr>
                <a:solidFill>
                  <a:schemeClr val="dk1"/>
                </a:solidFill>
              </a:defRPr>
            </a:lvl8pPr>
            <a:lvl9pPr lvl="8">
              <a:spcBef>
                <a:spcPts val="0"/>
              </a:spcBef>
              <a:spcAft>
                <a:spcPts val="0"/>
              </a:spcAft>
              <a:buClr>
                <a:schemeClr val="dk1"/>
              </a:buClr>
              <a:buSzPts val="800"/>
              <a:buFont typeface="Montserrat"/>
              <a:buNone/>
              <a:defRPr>
                <a:solidFill>
                  <a:schemeClr val="dk1"/>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BLANK_1_1_1_1_1_1_1_1_1_1_1_1_1_1_1_1_1_1_1_1_1_1">
    <p:bg>
      <p:bgPr>
        <a:solidFill>
          <a:schemeClr val="dk2"/>
        </a:solidFill>
      </p:bgPr>
    </p:bg>
    <p:spTree>
      <p:nvGrpSpPr>
        <p:cNvPr id="325" name="Shape 325"/>
        <p:cNvGrpSpPr/>
        <p:nvPr/>
      </p:nvGrpSpPr>
      <p:grpSpPr>
        <a:xfrm>
          <a:off x="0" y="0"/>
          <a:ext cx="0" cy="0"/>
          <a:chOff x="0" y="0"/>
          <a:chExt cx="0" cy="0"/>
        </a:xfrm>
      </p:grpSpPr>
      <p:sp>
        <p:nvSpPr>
          <p:cNvPr id="326" name="Google Shape;326;p36"/>
          <p:cNvSpPr/>
          <p:nvPr/>
        </p:nvSpPr>
        <p:spPr>
          <a:xfrm>
            <a:off x="0" y="1182000"/>
            <a:ext cx="1873200" cy="30603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7" name="Google Shape;327;p36"/>
          <p:cNvSpPr/>
          <p:nvPr/>
        </p:nvSpPr>
        <p:spPr>
          <a:xfrm>
            <a:off x="0" y="1182000"/>
            <a:ext cx="1873200" cy="1873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8" name="Google Shape;328;p36"/>
          <p:cNvSpPr/>
          <p:nvPr/>
        </p:nvSpPr>
        <p:spPr>
          <a:xfrm>
            <a:off x="0" y="1182000"/>
            <a:ext cx="1873200" cy="683700"/>
          </a:xfrm>
          <a:prstGeom prst="ellipse">
            <a:avLst/>
          </a:prstGeom>
          <a:no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29" name="Google Shape;329;p36"/>
          <p:cNvSpPr/>
          <p:nvPr/>
        </p:nvSpPr>
        <p:spPr>
          <a:xfrm>
            <a:off x="0" y="0"/>
            <a:ext cx="1873200" cy="11820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0" name="Google Shape;330;p36"/>
          <p:cNvSpPr/>
          <p:nvPr/>
        </p:nvSpPr>
        <p:spPr>
          <a:xfrm>
            <a:off x="806250" y="1052675"/>
            <a:ext cx="260700" cy="2607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331" name="Google Shape;331;p36"/>
          <p:cNvSpPr/>
          <p:nvPr/>
        </p:nvSpPr>
        <p:spPr>
          <a:xfrm>
            <a:off x="0" y="4246550"/>
            <a:ext cx="9144000" cy="901200"/>
          </a:xfrm>
          <a:prstGeom prst="rect">
            <a:avLst/>
          </a:prstGeom>
          <a:gradFill>
            <a:gsLst>
              <a:gs pos="0">
                <a:schemeClr val="dk1"/>
              </a:gs>
              <a:gs pos="72000">
                <a:schemeClr val="dk2"/>
              </a:gs>
              <a:gs pos="100000">
                <a:schemeClr val="dk2"/>
              </a:gs>
            </a:gsLst>
            <a:path path="circle">
              <a:fillToRect b="100%" l="100%" r="0%" t="0%"/>
            </a:path>
            <a:tileRect b="0%" l="0%" r="-100%" t="-10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cxnSp>
        <p:nvCxnSpPr>
          <p:cNvPr id="332" name="Google Shape;332;p36"/>
          <p:cNvCxnSpPr/>
          <p:nvPr/>
        </p:nvCxnSpPr>
        <p:spPr>
          <a:xfrm>
            <a:off x="0" y="4244425"/>
            <a:ext cx="9144000" cy="0"/>
          </a:xfrm>
          <a:prstGeom prst="straightConnector1">
            <a:avLst/>
          </a:prstGeom>
          <a:noFill/>
          <a:ln cap="flat" cmpd="sng" w="9525">
            <a:solidFill>
              <a:schemeClr val="dk1"/>
            </a:solidFill>
            <a:prstDash val="solid"/>
            <a:round/>
            <a:headEnd len="med" w="med" type="none"/>
            <a:tailEnd len="med" w="med" type="none"/>
          </a:ln>
        </p:spPr>
      </p:cxnSp>
      <p:cxnSp>
        <p:nvCxnSpPr>
          <p:cNvPr id="333" name="Google Shape;333;p36"/>
          <p:cNvCxnSpPr/>
          <p:nvPr/>
        </p:nvCxnSpPr>
        <p:spPr>
          <a:xfrm>
            <a:off x="1873325" y="0"/>
            <a:ext cx="0" cy="4242300"/>
          </a:xfrm>
          <a:prstGeom prst="straightConnector1">
            <a:avLst/>
          </a:prstGeom>
          <a:noFill/>
          <a:ln cap="flat" cmpd="sng" w="9525">
            <a:solidFill>
              <a:schemeClr val="dk1"/>
            </a:solidFill>
            <a:prstDash val="solid"/>
            <a:round/>
            <a:headEnd len="med" w="med" type="none"/>
            <a:tailEnd len="med" w="med" type="none"/>
          </a:ln>
        </p:spPr>
      </p:cxnSp>
      <p:sp>
        <p:nvSpPr>
          <p:cNvPr id="334" name="Google Shape;334;p36"/>
          <p:cNvSpPr txBox="1"/>
          <p:nvPr>
            <p:ph type="title"/>
          </p:nvPr>
        </p:nvSpPr>
        <p:spPr>
          <a:xfrm>
            <a:off x="2322425" y="602225"/>
            <a:ext cx="6565800" cy="642000"/>
          </a:xfrm>
          <a:prstGeom prst="rect">
            <a:avLst/>
          </a:prstGeom>
          <a:noFill/>
        </p:spPr>
        <p:txBody>
          <a:bodyPr anchorCtr="0" anchor="t" bIns="0" lIns="0" spcFirstLastPara="1" rIns="0" wrap="square" tIns="0">
            <a:noAutofit/>
          </a:bodyPr>
          <a:lstStyle>
            <a:lvl1pPr lvl="0">
              <a:lnSpc>
                <a:spcPct val="80000"/>
              </a:lnSpc>
              <a:spcBef>
                <a:spcPts val="0"/>
              </a:spcBef>
              <a:spcAft>
                <a:spcPts val="0"/>
              </a:spcAft>
              <a:buClr>
                <a:schemeClr val="dk1"/>
              </a:buClr>
              <a:buSzPts val="9600"/>
              <a:buFont typeface="Montserrat"/>
              <a:buNone/>
              <a:defRPr sz="9600">
                <a:latin typeface="Montserrat"/>
                <a:ea typeface="Montserrat"/>
                <a:cs typeface="Montserrat"/>
                <a:sym typeface="Montserrat"/>
              </a:defRPr>
            </a:lvl1pPr>
            <a:lvl2pPr lvl="1">
              <a:spcBef>
                <a:spcPts val="0"/>
              </a:spcBef>
              <a:spcAft>
                <a:spcPts val="0"/>
              </a:spcAft>
              <a:buClr>
                <a:schemeClr val="dk1"/>
              </a:buClr>
              <a:buSzPts val="9600"/>
              <a:buFont typeface="Montserrat"/>
              <a:buNone/>
              <a:defRPr sz="9600">
                <a:latin typeface="Montserrat"/>
                <a:ea typeface="Montserrat"/>
                <a:cs typeface="Montserrat"/>
                <a:sym typeface="Montserrat"/>
              </a:defRPr>
            </a:lvl2pPr>
            <a:lvl3pPr lvl="2">
              <a:spcBef>
                <a:spcPts val="0"/>
              </a:spcBef>
              <a:spcAft>
                <a:spcPts val="0"/>
              </a:spcAft>
              <a:buClr>
                <a:schemeClr val="dk1"/>
              </a:buClr>
              <a:buSzPts val="9600"/>
              <a:buFont typeface="Montserrat"/>
              <a:buNone/>
              <a:defRPr sz="9600">
                <a:latin typeface="Montserrat"/>
                <a:ea typeface="Montserrat"/>
                <a:cs typeface="Montserrat"/>
                <a:sym typeface="Montserrat"/>
              </a:defRPr>
            </a:lvl3pPr>
            <a:lvl4pPr lvl="3">
              <a:spcBef>
                <a:spcPts val="0"/>
              </a:spcBef>
              <a:spcAft>
                <a:spcPts val="0"/>
              </a:spcAft>
              <a:buClr>
                <a:schemeClr val="dk1"/>
              </a:buClr>
              <a:buSzPts val="9600"/>
              <a:buFont typeface="Montserrat"/>
              <a:buNone/>
              <a:defRPr sz="9600">
                <a:latin typeface="Montserrat"/>
                <a:ea typeface="Montserrat"/>
                <a:cs typeface="Montserrat"/>
                <a:sym typeface="Montserrat"/>
              </a:defRPr>
            </a:lvl4pPr>
            <a:lvl5pPr lvl="4">
              <a:spcBef>
                <a:spcPts val="0"/>
              </a:spcBef>
              <a:spcAft>
                <a:spcPts val="0"/>
              </a:spcAft>
              <a:buClr>
                <a:schemeClr val="dk1"/>
              </a:buClr>
              <a:buSzPts val="9600"/>
              <a:buFont typeface="Montserrat"/>
              <a:buNone/>
              <a:defRPr sz="9600">
                <a:latin typeface="Montserrat"/>
                <a:ea typeface="Montserrat"/>
                <a:cs typeface="Montserrat"/>
                <a:sym typeface="Montserrat"/>
              </a:defRPr>
            </a:lvl5pPr>
            <a:lvl6pPr lvl="5">
              <a:spcBef>
                <a:spcPts val="0"/>
              </a:spcBef>
              <a:spcAft>
                <a:spcPts val="0"/>
              </a:spcAft>
              <a:buClr>
                <a:schemeClr val="dk1"/>
              </a:buClr>
              <a:buSzPts val="9600"/>
              <a:buFont typeface="Montserrat"/>
              <a:buNone/>
              <a:defRPr sz="9600">
                <a:latin typeface="Montserrat"/>
                <a:ea typeface="Montserrat"/>
                <a:cs typeface="Montserrat"/>
                <a:sym typeface="Montserrat"/>
              </a:defRPr>
            </a:lvl6pPr>
            <a:lvl7pPr lvl="6">
              <a:spcBef>
                <a:spcPts val="0"/>
              </a:spcBef>
              <a:spcAft>
                <a:spcPts val="0"/>
              </a:spcAft>
              <a:buClr>
                <a:schemeClr val="dk1"/>
              </a:buClr>
              <a:buSzPts val="9600"/>
              <a:buFont typeface="Montserrat"/>
              <a:buNone/>
              <a:defRPr sz="9600">
                <a:latin typeface="Montserrat"/>
                <a:ea typeface="Montserrat"/>
                <a:cs typeface="Montserrat"/>
                <a:sym typeface="Montserrat"/>
              </a:defRPr>
            </a:lvl7pPr>
            <a:lvl8pPr lvl="7">
              <a:spcBef>
                <a:spcPts val="0"/>
              </a:spcBef>
              <a:spcAft>
                <a:spcPts val="0"/>
              </a:spcAft>
              <a:buClr>
                <a:schemeClr val="dk1"/>
              </a:buClr>
              <a:buSzPts val="9600"/>
              <a:buFont typeface="Montserrat"/>
              <a:buNone/>
              <a:defRPr sz="9600">
                <a:latin typeface="Montserrat"/>
                <a:ea typeface="Montserrat"/>
                <a:cs typeface="Montserrat"/>
                <a:sym typeface="Montserrat"/>
              </a:defRPr>
            </a:lvl8pPr>
            <a:lvl9pPr lvl="8">
              <a:spcBef>
                <a:spcPts val="0"/>
              </a:spcBef>
              <a:spcAft>
                <a:spcPts val="0"/>
              </a:spcAft>
              <a:buClr>
                <a:schemeClr val="dk1"/>
              </a:buClr>
              <a:buSzPts val="9600"/>
              <a:buFont typeface="Montserrat"/>
              <a:buNone/>
              <a:defRPr sz="9600">
                <a:latin typeface="Montserrat"/>
                <a:ea typeface="Montserrat"/>
                <a:cs typeface="Montserrat"/>
                <a:sym typeface="Montserrat"/>
              </a:defRPr>
            </a:lvl9pPr>
          </a:lstStyle>
          <a:p/>
        </p:txBody>
      </p:sp>
      <p:sp>
        <p:nvSpPr>
          <p:cNvPr id="335" name="Google Shape;335;p36"/>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lvl1pPr lvl="0">
              <a:spcBef>
                <a:spcPts val="0"/>
              </a:spcBef>
              <a:spcAft>
                <a:spcPts val="0"/>
              </a:spcAft>
              <a:buClr>
                <a:schemeClr val="dk1"/>
              </a:buClr>
              <a:buSzPts val="9600"/>
              <a:buFont typeface="Source Serif 4"/>
              <a:buNone/>
              <a:defRPr sz="9600"/>
            </a:lvl1pPr>
            <a:lvl2pPr lvl="1">
              <a:spcBef>
                <a:spcPts val="0"/>
              </a:spcBef>
              <a:spcAft>
                <a:spcPts val="0"/>
              </a:spcAft>
              <a:buClr>
                <a:schemeClr val="dk1"/>
              </a:buClr>
              <a:buSzPts val="9600"/>
              <a:buFont typeface="Source Serif 4"/>
              <a:buNone/>
              <a:defRPr sz="9600"/>
            </a:lvl2pPr>
            <a:lvl3pPr lvl="2">
              <a:spcBef>
                <a:spcPts val="0"/>
              </a:spcBef>
              <a:spcAft>
                <a:spcPts val="0"/>
              </a:spcAft>
              <a:buClr>
                <a:schemeClr val="dk1"/>
              </a:buClr>
              <a:buSzPts val="9600"/>
              <a:buFont typeface="Source Serif 4"/>
              <a:buNone/>
              <a:defRPr sz="9600"/>
            </a:lvl3pPr>
            <a:lvl4pPr lvl="3">
              <a:spcBef>
                <a:spcPts val="0"/>
              </a:spcBef>
              <a:spcAft>
                <a:spcPts val="0"/>
              </a:spcAft>
              <a:buClr>
                <a:schemeClr val="dk1"/>
              </a:buClr>
              <a:buSzPts val="9600"/>
              <a:buFont typeface="Source Serif 4"/>
              <a:buNone/>
              <a:defRPr sz="9600"/>
            </a:lvl4pPr>
            <a:lvl5pPr lvl="4">
              <a:spcBef>
                <a:spcPts val="0"/>
              </a:spcBef>
              <a:spcAft>
                <a:spcPts val="0"/>
              </a:spcAft>
              <a:buClr>
                <a:schemeClr val="dk1"/>
              </a:buClr>
              <a:buSzPts val="9600"/>
              <a:buFont typeface="Source Serif 4"/>
              <a:buNone/>
              <a:defRPr sz="9600"/>
            </a:lvl5pPr>
            <a:lvl6pPr lvl="5">
              <a:spcBef>
                <a:spcPts val="0"/>
              </a:spcBef>
              <a:spcAft>
                <a:spcPts val="0"/>
              </a:spcAft>
              <a:buClr>
                <a:schemeClr val="dk1"/>
              </a:buClr>
              <a:buSzPts val="9600"/>
              <a:buFont typeface="Source Serif 4"/>
              <a:buNone/>
              <a:defRPr sz="9600"/>
            </a:lvl6pPr>
            <a:lvl7pPr lvl="6">
              <a:spcBef>
                <a:spcPts val="0"/>
              </a:spcBef>
              <a:spcAft>
                <a:spcPts val="0"/>
              </a:spcAft>
              <a:buClr>
                <a:schemeClr val="dk1"/>
              </a:buClr>
              <a:buSzPts val="9600"/>
              <a:buFont typeface="Source Serif 4"/>
              <a:buNone/>
              <a:defRPr sz="9600"/>
            </a:lvl7pPr>
            <a:lvl8pPr lvl="7">
              <a:spcBef>
                <a:spcPts val="0"/>
              </a:spcBef>
              <a:spcAft>
                <a:spcPts val="0"/>
              </a:spcAft>
              <a:buClr>
                <a:schemeClr val="dk1"/>
              </a:buClr>
              <a:buSzPts val="9600"/>
              <a:buFont typeface="Source Serif 4"/>
              <a:buNone/>
              <a:defRPr sz="9600"/>
            </a:lvl8pPr>
            <a:lvl9pPr lvl="8">
              <a:spcBef>
                <a:spcPts val="0"/>
              </a:spcBef>
              <a:spcAft>
                <a:spcPts val="0"/>
              </a:spcAft>
              <a:buClr>
                <a:schemeClr val="dk1"/>
              </a:buClr>
              <a:buSzPts val="9600"/>
              <a:buFont typeface="Source Serif 4"/>
              <a:buNone/>
              <a:defRPr sz="96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6" name="Shape 336"/>
        <p:cNvGrpSpPr/>
        <p:nvPr/>
      </p:nvGrpSpPr>
      <p:grpSpPr>
        <a:xfrm>
          <a:off x="0" y="0"/>
          <a:ext cx="0" cy="0"/>
          <a:chOff x="0" y="0"/>
          <a:chExt cx="0" cy="0"/>
        </a:xfrm>
      </p:grpSpPr>
      <p:sp>
        <p:nvSpPr>
          <p:cNvPr id="337" name="Google Shape;337;p3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38" name="Google Shape;338;p37"/>
          <p:cNvSpPr txBox="1"/>
          <p:nvPr>
            <p:ph idx="1" type="subTitle"/>
          </p:nvPr>
        </p:nvSpPr>
        <p:spPr>
          <a:xfrm>
            <a:off x="311700" y="2834125"/>
            <a:ext cx="8520600" cy="792600"/>
          </a:xfrm>
          <a:prstGeom prst="rect">
            <a:avLst/>
          </a:prstGeom>
        </p:spPr>
        <p:txBody>
          <a:bodyPr anchorCtr="0" anchor="t" bIns="0" lIns="0" spcFirstLastPara="1" rIns="0" wrap="square" tIns="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9" name="Shape 339"/>
        <p:cNvGrpSpPr/>
        <p:nvPr/>
      </p:nvGrpSpPr>
      <p:grpSpPr>
        <a:xfrm>
          <a:off x="0" y="0"/>
          <a:ext cx="0" cy="0"/>
          <a:chOff x="0" y="0"/>
          <a:chExt cx="0" cy="0"/>
        </a:xfrm>
      </p:grpSpPr>
      <p:sp>
        <p:nvSpPr>
          <p:cNvPr id="340" name="Google Shape;340;p38"/>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41" name="Shape 341"/>
        <p:cNvGrpSpPr/>
        <p:nvPr/>
      </p:nvGrpSpPr>
      <p:grpSpPr>
        <a:xfrm>
          <a:off x="0" y="0"/>
          <a:ext cx="0" cy="0"/>
          <a:chOff x="0" y="0"/>
          <a:chExt cx="0" cy="0"/>
        </a:xfrm>
      </p:grpSpPr>
      <p:sp>
        <p:nvSpPr>
          <p:cNvPr id="342" name="Google Shape;342;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3" name="Google Shape;343;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4" name="Shape 344"/>
        <p:cNvGrpSpPr/>
        <p:nvPr/>
      </p:nvGrpSpPr>
      <p:grpSpPr>
        <a:xfrm>
          <a:off x="0" y="0"/>
          <a:ext cx="0" cy="0"/>
          <a:chOff x="0" y="0"/>
          <a:chExt cx="0" cy="0"/>
        </a:xfrm>
      </p:grpSpPr>
      <p:sp>
        <p:nvSpPr>
          <p:cNvPr id="345" name="Google Shape;34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46" name="Google Shape;346;p4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7" name="Google Shape;347;p4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8" name="Shape 348"/>
        <p:cNvGrpSpPr/>
        <p:nvPr/>
      </p:nvGrpSpPr>
      <p:grpSpPr>
        <a:xfrm>
          <a:off x="0" y="0"/>
          <a:ext cx="0" cy="0"/>
          <a:chOff x="0" y="0"/>
          <a:chExt cx="0" cy="0"/>
        </a:xfrm>
      </p:grpSpPr>
      <p:sp>
        <p:nvSpPr>
          <p:cNvPr id="349" name="Google Shape;349;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50" name="Shape 350"/>
        <p:cNvGrpSpPr/>
        <p:nvPr/>
      </p:nvGrpSpPr>
      <p:grpSpPr>
        <a:xfrm>
          <a:off x="0" y="0"/>
          <a:ext cx="0" cy="0"/>
          <a:chOff x="0" y="0"/>
          <a:chExt cx="0" cy="0"/>
        </a:xfrm>
      </p:grpSpPr>
      <p:sp>
        <p:nvSpPr>
          <p:cNvPr id="351" name="Google Shape;351;p42"/>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52" name="Google Shape;352;p4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3" name="Shape 353"/>
        <p:cNvGrpSpPr/>
        <p:nvPr/>
      </p:nvGrpSpPr>
      <p:grpSpPr>
        <a:xfrm>
          <a:off x="0" y="0"/>
          <a:ext cx="0" cy="0"/>
          <a:chOff x="0" y="0"/>
          <a:chExt cx="0" cy="0"/>
        </a:xfrm>
      </p:grpSpPr>
      <p:sp>
        <p:nvSpPr>
          <p:cNvPr id="354" name="Google Shape;354;p4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5" name="Shape 355"/>
        <p:cNvGrpSpPr/>
        <p:nvPr/>
      </p:nvGrpSpPr>
      <p:grpSpPr>
        <a:xfrm>
          <a:off x="0" y="0"/>
          <a:ext cx="0" cy="0"/>
          <a:chOff x="0" y="0"/>
          <a:chExt cx="0" cy="0"/>
        </a:xfrm>
      </p:grpSpPr>
      <p:sp>
        <p:nvSpPr>
          <p:cNvPr id="356" name="Google Shape;356;p4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57" name="Google Shape;357;p44"/>
          <p:cNvSpPr txBox="1"/>
          <p:nvPr>
            <p:ph idx="1" type="subTitle"/>
          </p:nvPr>
        </p:nvSpPr>
        <p:spPr>
          <a:xfrm>
            <a:off x="265500" y="2803075"/>
            <a:ext cx="4045200" cy="1235100"/>
          </a:xfrm>
          <a:prstGeom prst="rect">
            <a:avLst/>
          </a:prstGeom>
        </p:spPr>
        <p:txBody>
          <a:bodyPr anchorCtr="0" anchor="t" bIns="0" lIns="0" spcFirstLastPara="1" rIns="0" wrap="square" tIns="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58" name="Google Shape;358;p4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9" name="Shape 359"/>
        <p:cNvGrpSpPr/>
        <p:nvPr/>
      </p:nvGrpSpPr>
      <p:grpSpPr>
        <a:xfrm>
          <a:off x="0" y="0"/>
          <a:ext cx="0" cy="0"/>
          <a:chOff x="0" y="0"/>
          <a:chExt cx="0" cy="0"/>
        </a:xfrm>
      </p:grpSpPr>
      <p:sp>
        <p:nvSpPr>
          <p:cNvPr id="360" name="Google Shape;360;p4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900"/>
              <a:buNone/>
              <a:defRPr/>
            </a:lvl1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61" name="Shape 361"/>
        <p:cNvGrpSpPr/>
        <p:nvPr/>
      </p:nvGrpSpPr>
      <p:grpSpPr>
        <a:xfrm>
          <a:off x="0" y="0"/>
          <a:ext cx="0" cy="0"/>
          <a:chOff x="0" y="0"/>
          <a:chExt cx="0" cy="0"/>
        </a:xfrm>
      </p:grpSpPr>
      <p:sp>
        <p:nvSpPr>
          <p:cNvPr id="362" name="Google Shape;362;p46"/>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63" name="Google Shape;363;p4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85750" lvl="0" marL="457200" algn="ctr">
              <a:spcBef>
                <a:spcPts val="0"/>
              </a:spcBef>
              <a:spcAft>
                <a:spcPts val="0"/>
              </a:spcAft>
              <a:buSzPts val="900"/>
              <a:buChar char="●"/>
              <a:defRPr/>
            </a:lvl1pPr>
            <a:lvl2pPr indent="-285750" lvl="1" marL="914400" algn="ctr">
              <a:spcBef>
                <a:spcPts val="0"/>
              </a:spcBef>
              <a:spcAft>
                <a:spcPts val="0"/>
              </a:spcAft>
              <a:buSzPts val="900"/>
              <a:buChar char="○"/>
              <a:defRPr/>
            </a:lvl2pPr>
            <a:lvl3pPr indent="-285750" lvl="2" marL="1371600" algn="ctr">
              <a:spcBef>
                <a:spcPts val="0"/>
              </a:spcBef>
              <a:spcAft>
                <a:spcPts val="0"/>
              </a:spcAft>
              <a:buSzPts val="900"/>
              <a:buChar char="■"/>
              <a:defRPr/>
            </a:lvl3pPr>
            <a:lvl4pPr indent="-285750" lvl="3" marL="1828800" algn="ctr">
              <a:spcBef>
                <a:spcPts val="0"/>
              </a:spcBef>
              <a:spcAft>
                <a:spcPts val="0"/>
              </a:spcAft>
              <a:buSzPts val="900"/>
              <a:buChar char="●"/>
              <a:defRPr/>
            </a:lvl4pPr>
            <a:lvl5pPr indent="-285750" lvl="4" marL="2286000" algn="ctr">
              <a:spcBef>
                <a:spcPts val="0"/>
              </a:spcBef>
              <a:spcAft>
                <a:spcPts val="0"/>
              </a:spcAft>
              <a:buSzPts val="900"/>
              <a:buChar char="○"/>
              <a:defRPr/>
            </a:lvl5pPr>
            <a:lvl6pPr indent="-285750" lvl="5" marL="2743200" algn="ctr">
              <a:spcBef>
                <a:spcPts val="0"/>
              </a:spcBef>
              <a:spcAft>
                <a:spcPts val="0"/>
              </a:spcAft>
              <a:buSzPts val="900"/>
              <a:buChar char="■"/>
              <a:defRPr/>
            </a:lvl6pPr>
            <a:lvl7pPr indent="-285750" lvl="6" marL="3200400" algn="ctr">
              <a:spcBef>
                <a:spcPts val="0"/>
              </a:spcBef>
              <a:spcAft>
                <a:spcPts val="0"/>
              </a:spcAft>
              <a:buSzPts val="900"/>
              <a:buChar char="●"/>
              <a:defRPr/>
            </a:lvl7pPr>
            <a:lvl8pPr indent="-285750" lvl="7" marL="3657600" algn="ctr">
              <a:spcBef>
                <a:spcPts val="0"/>
              </a:spcBef>
              <a:spcAft>
                <a:spcPts val="0"/>
              </a:spcAft>
              <a:buSzPts val="900"/>
              <a:buChar char="○"/>
              <a:defRPr/>
            </a:lvl8pPr>
            <a:lvl9pPr indent="-285750" lvl="8" marL="4114800" algn="ctr">
              <a:spcBef>
                <a:spcPts val="0"/>
              </a:spcBef>
              <a:spcAft>
                <a:spcPts val="0"/>
              </a:spcAft>
              <a:buSzPts val="9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4" name="Shape 364"/>
        <p:cNvGrpSpPr/>
        <p:nvPr/>
      </p:nvGrpSpPr>
      <p:grpSpPr>
        <a:xfrm>
          <a:off x="0" y="0"/>
          <a:ext cx="0" cy="0"/>
          <a:chOff x="0" y="0"/>
          <a:chExt cx="0" cy="0"/>
        </a:xfrm>
      </p:grpSpPr>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5" name="Shape 365"/>
        <p:cNvGrpSpPr/>
        <p:nvPr/>
      </p:nvGrpSpPr>
      <p:grpSpPr>
        <a:xfrm>
          <a:off x="0" y="0"/>
          <a:ext cx="0" cy="0"/>
          <a:chOff x="0" y="0"/>
          <a:chExt cx="0" cy="0"/>
        </a:xfrm>
      </p:grpSpPr>
      <p:sp>
        <p:nvSpPr>
          <p:cNvPr id="366" name="Google Shape;366;p48"/>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67" name="Google Shape;367;p48"/>
          <p:cNvSpPr txBox="1"/>
          <p:nvPr>
            <p:ph idx="1" type="subTitle"/>
          </p:nvPr>
        </p:nvSpPr>
        <p:spPr>
          <a:xfrm>
            <a:off x="4406650" y="39375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8" name="Google Shape;368;p48"/>
          <p:cNvSpPr txBox="1"/>
          <p:nvPr>
            <p:ph idx="2" type="subTitle"/>
          </p:nvPr>
        </p:nvSpPr>
        <p:spPr>
          <a:xfrm>
            <a:off x="4406650" y="115170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9" name="Google Shape;369;p48"/>
          <p:cNvSpPr txBox="1"/>
          <p:nvPr>
            <p:ph idx="3" type="subTitle"/>
          </p:nvPr>
        </p:nvSpPr>
        <p:spPr>
          <a:xfrm>
            <a:off x="4406650" y="342557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0" name="Google Shape;370;p48"/>
          <p:cNvSpPr txBox="1"/>
          <p:nvPr>
            <p:ph idx="4" type="subTitle"/>
          </p:nvPr>
        </p:nvSpPr>
        <p:spPr>
          <a:xfrm>
            <a:off x="4406650" y="1909660"/>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1" name="Google Shape;371;p48"/>
          <p:cNvSpPr txBox="1"/>
          <p:nvPr>
            <p:ph idx="5" type="subTitle"/>
          </p:nvPr>
        </p:nvSpPr>
        <p:spPr>
          <a:xfrm>
            <a:off x="4406650" y="418352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72" name="Google Shape;372;p48"/>
          <p:cNvSpPr txBox="1"/>
          <p:nvPr>
            <p:ph idx="6" type="subTitle"/>
          </p:nvPr>
        </p:nvSpPr>
        <p:spPr>
          <a:xfrm>
            <a:off x="4406650" y="2667615"/>
            <a:ext cx="44097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3" name="Shape 373"/>
        <p:cNvGrpSpPr/>
        <p:nvPr/>
      </p:nvGrpSpPr>
      <p:grpSpPr>
        <a:xfrm>
          <a:off x="0" y="0"/>
          <a:ext cx="0" cy="0"/>
          <a:chOff x="0" y="0"/>
          <a:chExt cx="0" cy="0"/>
        </a:xfrm>
      </p:grpSpPr>
      <p:sp>
        <p:nvSpPr>
          <p:cNvPr id="374" name="Google Shape;374;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375" name="Google Shape;375;p4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76" name="Google Shape;376;p49"/>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7" name="Shape 377"/>
        <p:cNvGrpSpPr/>
        <p:nvPr/>
      </p:nvGrpSpPr>
      <p:grpSpPr>
        <a:xfrm>
          <a:off x="0" y="0"/>
          <a:ext cx="0" cy="0"/>
          <a:chOff x="0" y="0"/>
          <a:chExt cx="0" cy="0"/>
        </a:xfrm>
      </p:grpSpPr>
      <p:sp>
        <p:nvSpPr>
          <p:cNvPr id="378" name="Google Shape;378;p5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79" name="Google Shape;379;p5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0" name="Google Shape;380;p5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1" name="Google Shape;381;p50"/>
          <p:cNvSpPr txBox="1"/>
          <p:nvPr>
            <p:ph idx="3" type="subTitle"/>
          </p:nvPr>
        </p:nvSpPr>
        <p:spPr>
          <a:xfrm>
            <a:off x="48315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2" name="Google Shape;382;p50"/>
          <p:cNvSpPr txBox="1"/>
          <p:nvPr>
            <p:ph idx="4" type="subTitle"/>
          </p:nvPr>
        </p:nvSpPr>
        <p:spPr>
          <a:xfrm>
            <a:off x="5048000" y="1336161"/>
            <a:ext cx="3619800" cy="5427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3" name="Shape 383"/>
        <p:cNvGrpSpPr/>
        <p:nvPr/>
      </p:nvGrpSpPr>
      <p:grpSpPr>
        <a:xfrm>
          <a:off x="0" y="0"/>
          <a:ext cx="0" cy="0"/>
          <a:chOff x="0" y="0"/>
          <a:chExt cx="0" cy="0"/>
        </a:xfrm>
      </p:grpSpPr>
      <p:sp>
        <p:nvSpPr>
          <p:cNvPr id="384" name="Google Shape;384;p5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5" name="Google Shape;385;p5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86" name="Google Shape;386;p51"/>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87" name="Google Shape;387;p51"/>
          <p:cNvSpPr txBox="1"/>
          <p:nvPr>
            <p:ph idx="3" type="subTitle"/>
          </p:nvPr>
        </p:nvSpPr>
        <p:spPr>
          <a:xfrm>
            <a:off x="4831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8" name="Google Shape;388;p51"/>
          <p:cNvSpPr txBox="1"/>
          <p:nvPr>
            <p:ph idx="4" type="subTitle"/>
          </p:nvPr>
        </p:nvSpPr>
        <p:spPr>
          <a:xfrm>
            <a:off x="334772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89" name="Google Shape;389;p51"/>
          <p:cNvSpPr txBox="1"/>
          <p:nvPr>
            <p:ph idx="5" type="subTitle"/>
          </p:nvPr>
        </p:nvSpPr>
        <p:spPr>
          <a:xfrm>
            <a:off x="6212275" y="1336150"/>
            <a:ext cx="2455500" cy="7785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0" name="Google Shape;390;p51"/>
          <p:cNvSpPr txBox="1"/>
          <p:nvPr>
            <p:ph idx="6" type="body"/>
          </p:nvPr>
        </p:nvSpPr>
        <p:spPr>
          <a:xfrm>
            <a:off x="6212275" y="2417500"/>
            <a:ext cx="2455500" cy="2373600"/>
          </a:xfrm>
          <a:prstGeom prst="rect">
            <a:avLst/>
          </a:prstGeom>
        </p:spPr>
        <p:txBody>
          <a:bodyPr anchorCtr="0" anchor="t" bIns="0" lIns="0" spcFirstLastPara="1" rIns="0" wrap="square" tIns="0">
            <a:spAutoFit/>
          </a:bodyPr>
          <a:lstStyle>
            <a:lvl1pPr indent="-285750" lvl="0" marL="457200">
              <a:spcBef>
                <a:spcPts val="0"/>
              </a:spcBef>
              <a:spcAft>
                <a:spcPts val="0"/>
              </a:spcAft>
              <a:buSzPts val="900"/>
              <a:buChar char="●"/>
              <a:defRPr/>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91" name="Shape 391"/>
        <p:cNvGrpSpPr/>
        <p:nvPr/>
      </p:nvGrpSpPr>
      <p:grpSpPr>
        <a:xfrm>
          <a:off x="0" y="0"/>
          <a:ext cx="0" cy="0"/>
          <a:chOff x="0" y="0"/>
          <a:chExt cx="0" cy="0"/>
        </a:xfrm>
      </p:grpSpPr>
      <p:sp>
        <p:nvSpPr>
          <p:cNvPr id="392" name="Google Shape;392;p5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3" name="Google Shape;393;p5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4" name="Google Shape;394;p52"/>
          <p:cNvSpPr txBox="1"/>
          <p:nvPr>
            <p:ph idx="3" type="body"/>
          </p:nvPr>
        </p:nvSpPr>
        <p:spPr>
          <a:xfrm>
            <a:off x="366750" y="3648575"/>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5" name="Google Shape;395;p5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85750" lvl="1" marL="914400">
              <a:spcBef>
                <a:spcPts val="0"/>
              </a:spcBef>
              <a:spcAft>
                <a:spcPts val="0"/>
              </a:spcAft>
              <a:buSzPts val="900"/>
              <a:buChar char="○"/>
              <a:defRPr/>
            </a:lvl2pPr>
            <a:lvl3pPr indent="-285750" lvl="2" marL="1371600">
              <a:spcBef>
                <a:spcPts val="0"/>
              </a:spcBef>
              <a:spcAft>
                <a:spcPts val="0"/>
              </a:spcAft>
              <a:buSzPts val="900"/>
              <a:buChar char="■"/>
              <a:defRPr/>
            </a:lvl3pPr>
            <a:lvl4pPr indent="-285750" lvl="3" marL="1828800">
              <a:spcBef>
                <a:spcPts val="0"/>
              </a:spcBef>
              <a:spcAft>
                <a:spcPts val="0"/>
              </a:spcAft>
              <a:buSzPts val="900"/>
              <a:buChar char="●"/>
              <a:defRPr/>
            </a:lvl4pPr>
            <a:lvl5pPr indent="-285750" lvl="4" marL="2286000">
              <a:spcBef>
                <a:spcPts val="0"/>
              </a:spcBef>
              <a:spcAft>
                <a:spcPts val="0"/>
              </a:spcAft>
              <a:buSzPts val="900"/>
              <a:buChar char="○"/>
              <a:defRPr/>
            </a:lvl5pPr>
            <a:lvl6pPr indent="-285750" lvl="5" marL="2743200">
              <a:spcBef>
                <a:spcPts val="0"/>
              </a:spcBef>
              <a:spcAft>
                <a:spcPts val="0"/>
              </a:spcAft>
              <a:buSzPts val="900"/>
              <a:buChar char="■"/>
              <a:defRPr/>
            </a:lvl6pPr>
            <a:lvl7pPr indent="-285750" lvl="6" marL="3200400">
              <a:spcBef>
                <a:spcPts val="0"/>
              </a:spcBef>
              <a:spcAft>
                <a:spcPts val="0"/>
              </a:spcAft>
              <a:buSzPts val="900"/>
              <a:buChar char="●"/>
              <a:defRPr/>
            </a:lvl7pPr>
            <a:lvl8pPr indent="-285750" lvl="7" marL="3657600">
              <a:spcBef>
                <a:spcPts val="0"/>
              </a:spcBef>
              <a:spcAft>
                <a:spcPts val="0"/>
              </a:spcAft>
              <a:buSzPts val="900"/>
              <a:buChar char="○"/>
              <a:defRPr/>
            </a:lvl8pPr>
            <a:lvl9pPr indent="-285750" lvl="8" marL="4114800">
              <a:spcBef>
                <a:spcPts val="0"/>
              </a:spcBef>
              <a:spcAft>
                <a:spcPts val="0"/>
              </a:spcAft>
              <a:buSzPts val="900"/>
              <a:buChar char="■"/>
              <a:defRPr/>
            </a:lvl9pPr>
          </a:lstStyle>
          <a:p/>
        </p:txBody>
      </p:sp>
      <p:sp>
        <p:nvSpPr>
          <p:cNvPr id="396" name="Google Shape;396;p52"/>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7" name="Google Shape;397;p52"/>
          <p:cNvSpPr txBox="1"/>
          <p:nvPr>
            <p:ph idx="5" type="subTitle"/>
          </p:nvPr>
        </p:nvSpPr>
        <p:spPr>
          <a:xfrm>
            <a:off x="366763"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8" name="Google Shape;398;p52"/>
          <p:cNvSpPr txBox="1"/>
          <p:nvPr>
            <p:ph idx="6" type="subTitle"/>
          </p:nvPr>
        </p:nvSpPr>
        <p:spPr>
          <a:xfrm>
            <a:off x="4938738" y="1277907"/>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99" name="Google Shape;399;p52"/>
          <p:cNvSpPr txBox="1"/>
          <p:nvPr>
            <p:ph idx="7" type="subTitle"/>
          </p:nvPr>
        </p:nvSpPr>
        <p:spPr>
          <a:xfrm>
            <a:off x="4938761"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00" name="Google Shape;400;p52"/>
          <p:cNvSpPr txBox="1"/>
          <p:nvPr>
            <p:ph idx="8" type="subTitle"/>
          </p:nvPr>
        </p:nvSpPr>
        <p:spPr>
          <a:xfrm>
            <a:off x="366750" y="3167363"/>
            <a:ext cx="3838500" cy="481200"/>
          </a:xfrm>
          <a:prstGeom prst="rect">
            <a:avLst/>
          </a:prstGeom>
        </p:spPr>
        <p:txBody>
          <a:bodyPr anchorCtr="0" anchor="t" bIns="0" lIns="0" spcFirstLastPara="1" rIns="0" wrap="square" tIns="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01" name="Shape 401"/>
        <p:cNvGrpSpPr/>
        <p:nvPr/>
      </p:nvGrpSpPr>
      <p:grpSpPr>
        <a:xfrm>
          <a:off x="0" y="0"/>
          <a:ext cx="0" cy="0"/>
          <a:chOff x="0" y="0"/>
          <a:chExt cx="0" cy="0"/>
        </a:xfrm>
      </p:grpSpPr>
      <p:sp>
        <p:nvSpPr>
          <p:cNvPr id="402" name="Google Shape;402;p5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03" name="Google Shape;403;p53"/>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4" name="Shape 404"/>
        <p:cNvGrpSpPr/>
        <p:nvPr/>
      </p:nvGrpSpPr>
      <p:grpSpPr>
        <a:xfrm>
          <a:off x="0" y="0"/>
          <a:ext cx="0" cy="0"/>
          <a:chOff x="0" y="0"/>
          <a:chExt cx="0" cy="0"/>
        </a:xfrm>
      </p:grpSpPr>
      <p:sp>
        <p:nvSpPr>
          <p:cNvPr id="405" name="Google Shape;405;p5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6" name="Google Shape;406;p54"/>
          <p:cNvSpPr/>
          <p:nvPr>
            <p:ph idx="2" type="pic"/>
          </p:nvPr>
        </p:nvSpPr>
        <p:spPr>
          <a:xfrm>
            <a:off x="4804825" y="1133300"/>
            <a:ext cx="4027500" cy="2392800"/>
          </a:xfrm>
          <a:prstGeom prst="rect">
            <a:avLst/>
          </a:prstGeom>
          <a:noFill/>
          <a:ln>
            <a:noFill/>
          </a:ln>
        </p:spPr>
      </p:sp>
      <p:sp>
        <p:nvSpPr>
          <p:cNvPr id="407" name="Google Shape;407;p54"/>
          <p:cNvSpPr/>
          <p:nvPr>
            <p:ph idx="3" type="pic"/>
          </p:nvPr>
        </p:nvSpPr>
        <p:spPr>
          <a:xfrm>
            <a:off x="311725" y="1133300"/>
            <a:ext cx="4027500" cy="2392800"/>
          </a:xfrm>
          <a:prstGeom prst="rect">
            <a:avLst/>
          </a:prstGeom>
          <a:noFill/>
          <a:ln>
            <a:noFill/>
          </a:ln>
        </p:spPr>
      </p:sp>
      <p:sp>
        <p:nvSpPr>
          <p:cNvPr id="408" name="Google Shape;408;p5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9" name="Google Shape;409;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10" name="Google Shape;410;p54"/>
          <p:cNvSpPr txBox="1"/>
          <p:nvPr>
            <p:ph idx="5" type="subTitle"/>
          </p:nvPr>
        </p:nvSpPr>
        <p:spPr>
          <a:xfrm>
            <a:off x="3117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11" name="Google Shape;411;p54"/>
          <p:cNvSpPr txBox="1"/>
          <p:nvPr>
            <p:ph idx="6" type="subTitle"/>
          </p:nvPr>
        </p:nvSpPr>
        <p:spPr>
          <a:xfrm>
            <a:off x="4804825" y="3582900"/>
            <a:ext cx="40275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2" name="Shape 412"/>
        <p:cNvGrpSpPr/>
        <p:nvPr/>
      </p:nvGrpSpPr>
      <p:grpSpPr>
        <a:xfrm>
          <a:off x="0" y="0"/>
          <a:ext cx="0" cy="0"/>
          <a:chOff x="0" y="0"/>
          <a:chExt cx="0" cy="0"/>
        </a:xfrm>
      </p:grpSpPr>
      <p:sp>
        <p:nvSpPr>
          <p:cNvPr id="413" name="Google Shape;413;p5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4" name="Google Shape;414;p55"/>
          <p:cNvSpPr/>
          <p:nvPr>
            <p:ph idx="2" type="pic"/>
          </p:nvPr>
        </p:nvSpPr>
        <p:spPr>
          <a:xfrm>
            <a:off x="6205225" y="1128325"/>
            <a:ext cx="2627100" cy="2273100"/>
          </a:xfrm>
          <a:prstGeom prst="rect">
            <a:avLst/>
          </a:prstGeom>
          <a:noFill/>
          <a:ln>
            <a:noFill/>
          </a:ln>
        </p:spPr>
      </p:sp>
      <p:sp>
        <p:nvSpPr>
          <p:cNvPr id="415" name="Google Shape;415;p55"/>
          <p:cNvSpPr/>
          <p:nvPr>
            <p:ph idx="3" type="pic"/>
          </p:nvPr>
        </p:nvSpPr>
        <p:spPr>
          <a:xfrm>
            <a:off x="311725" y="1128325"/>
            <a:ext cx="2627100" cy="2273100"/>
          </a:xfrm>
          <a:prstGeom prst="rect">
            <a:avLst/>
          </a:prstGeom>
          <a:noFill/>
          <a:ln>
            <a:noFill/>
          </a:ln>
        </p:spPr>
      </p:sp>
      <p:sp>
        <p:nvSpPr>
          <p:cNvPr id="416" name="Google Shape;416;p5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7" name="Google Shape;417;p55"/>
          <p:cNvSpPr/>
          <p:nvPr>
            <p:ph idx="5" type="pic"/>
          </p:nvPr>
        </p:nvSpPr>
        <p:spPr>
          <a:xfrm>
            <a:off x="3255250" y="1128325"/>
            <a:ext cx="2627100" cy="2273100"/>
          </a:xfrm>
          <a:prstGeom prst="rect">
            <a:avLst/>
          </a:prstGeom>
          <a:noFill/>
          <a:ln>
            <a:noFill/>
          </a:ln>
        </p:spPr>
      </p:sp>
      <p:sp>
        <p:nvSpPr>
          <p:cNvPr id="418" name="Google Shape;418;p55"/>
          <p:cNvSpPr txBox="1"/>
          <p:nvPr>
            <p:ph idx="6" type="body"/>
          </p:nvPr>
        </p:nvSpPr>
        <p:spPr>
          <a:xfrm>
            <a:off x="325525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9" name="Google Shape;419;p5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20" name="Google Shape;420;p55"/>
          <p:cNvSpPr txBox="1"/>
          <p:nvPr>
            <p:ph idx="7" type="subTitle"/>
          </p:nvPr>
        </p:nvSpPr>
        <p:spPr>
          <a:xfrm>
            <a:off x="3117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1" name="Google Shape;421;p55"/>
          <p:cNvSpPr txBox="1"/>
          <p:nvPr>
            <p:ph idx="8" type="subTitle"/>
          </p:nvPr>
        </p:nvSpPr>
        <p:spPr>
          <a:xfrm>
            <a:off x="6205225"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22" name="Google Shape;422;p55"/>
          <p:cNvSpPr txBox="1"/>
          <p:nvPr>
            <p:ph idx="9" type="subTitle"/>
          </p:nvPr>
        </p:nvSpPr>
        <p:spPr>
          <a:xfrm>
            <a:off x="3255250" y="3430500"/>
            <a:ext cx="2627100" cy="481200"/>
          </a:xfrm>
          <a:prstGeom prst="rect">
            <a:avLst/>
          </a:prstGeom>
        </p:spPr>
        <p:txBody>
          <a:bodyPr anchorCtr="0" anchor="t" bIns="0" lIns="0" spcFirstLastPara="1" rIns="0" wrap="square" tIns="0">
            <a:noAutofit/>
          </a:bodyPr>
          <a:lstStyle>
            <a:lvl1pPr lvl="0">
              <a:spcBef>
                <a:spcPts val="0"/>
              </a:spcBef>
              <a:spcAft>
                <a:spcPts val="0"/>
              </a:spcAft>
              <a:buSzPts val="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3" name="Shape 423"/>
        <p:cNvGrpSpPr/>
        <p:nvPr/>
      </p:nvGrpSpPr>
      <p:grpSpPr>
        <a:xfrm>
          <a:off x="0" y="0"/>
          <a:ext cx="0" cy="0"/>
          <a:chOff x="0" y="0"/>
          <a:chExt cx="0" cy="0"/>
        </a:xfrm>
      </p:grpSpPr>
      <p:sp>
        <p:nvSpPr>
          <p:cNvPr id="424" name="Google Shape;424;p56"/>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5" name="Shape 425"/>
        <p:cNvGrpSpPr/>
        <p:nvPr/>
      </p:nvGrpSpPr>
      <p:grpSpPr>
        <a:xfrm>
          <a:off x="0" y="0"/>
          <a:ext cx="0" cy="0"/>
          <a:chOff x="0" y="0"/>
          <a:chExt cx="0" cy="0"/>
        </a:xfrm>
      </p:grpSpPr>
      <p:sp>
        <p:nvSpPr>
          <p:cNvPr id="426" name="Google Shape;426;p57"/>
          <p:cNvSpPr/>
          <p:nvPr>
            <p:ph idx="2" type="pic"/>
          </p:nvPr>
        </p:nvSpPr>
        <p:spPr>
          <a:xfrm>
            <a:off x="3389600" y="118913"/>
            <a:ext cx="1643700" cy="1535100"/>
          </a:xfrm>
          <a:prstGeom prst="rect">
            <a:avLst/>
          </a:prstGeom>
          <a:noFill/>
          <a:ln>
            <a:noFill/>
          </a:ln>
        </p:spPr>
      </p:sp>
      <p:sp>
        <p:nvSpPr>
          <p:cNvPr id="427" name="Google Shape;427;p57"/>
          <p:cNvSpPr/>
          <p:nvPr>
            <p:ph idx="3" type="pic"/>
          </p:nvPr>
        </p:nvSpPr>
        <p:spPr>
          <a:xfrm>
            <a:off x="5195935" y="118913"/>
            <a:ext cx="1643700" cy="1535100"/>
          </a:xfrm>
          <a:prstGeom prst="rect">
            <a:avLst/>
          </a:prstGeom>
          <a:noFill/>
          <a:ln>
            <a:noFill/>
          </a:ln>
        </p:spPr>
      </p:sp>
      <p:sp>
        <p:nvSpPr>
          <p:cNvPr id="428" name="Google Shape;428;p57"/>
          <p:cNvSpPr/>
          <p:nvPr>
            <p:ph idx="4" type="pic"/>
          </p:nvPr>
        </p:nvSpPr>
        <p:spPr>
          <a:xfrm>
            <a:off x="7002270" y="118913"/>
            <a:ext cx="1643700" cy="1535100"/>
          </a:xfrm>
          <a:prstGeom prst="rect">
            <a:avLst/>
          </a:prstGeom>
          <a:noFill/>
          <a:ln>
            <a:noFill/>
          </a:ln>
        </p:spPr>
      </p:sp>
      <p:sp>
        <p:nvSpPr>
          <p:cNvPr id="429" name="Google Shape;429;p57"/>
          <p:cNvSpPr/>
          <p:nvPr>
            <p:ph idx="5" type="pic"/>
          </p:nvPr>
        </p:nvSpPr>
        <p:spPr>
          <a:xfrm>
            <a:off x="3389588" y="1804212"/>
            <a:ext cx="1643700" cy="1535100"/>
          </a:xfrm>
          <a:prstGeom prst="rect">
            <a:avLst/>
          </a:prstGeom>
          <a:noFill/>
          <a:ln>
            <a:noFill/>
          </a:ln>
        </p:spPr>
      </p:sp>
      <p:sp>
        <p:nvSpPr>
          <p:cNvPr id="430" name="Google Shape;430;p57"/>
          <p:cNvSpPr/>
          <p:nvPr>
            <p:ph idx="6" type="pic"/>
          </p:nvPr>
        </p:nvSpPr>
        <p:spPr>
          <a:xfrm>
            <a:off x="5195922" y="1804212"/>
            <a:ext cx="1643700" cy="1535100"/>
          </a:xfrm>
          <a:prstGeom prst="rect">
            <a:avLst/>
          </a:prstGeom>
          <a:noFill/>
          <a:ln>
            <a:noFill/>
          </a:ln>
        </p:spPr>
      </p:sp>
      <p:sp>
        <p:nvSpPr>
          <p:cNvPr id="431" name="Google Shape;431;p57"/>
          <p:cNvSpPr/>
          <p:nvPr>
            <p:ph idx="7" type="pic"/>
          </p:nvPr>
        </p:nvSpPr>
        <p:spPr>
          <a:xfrm>
            <a:off x="7002257" y="1804212"/>
            <a:ext cx="1643700" cy="1535100"/>
          </a:xfrm>
          <a:prstGeom prst="rect">
            <a:avLst/>
          </a:prstGeom>
          <a:noFill/>
          <a:ln>
            <a:noFill/>
          </a:ln>
        </p:spPr>
      </p:sp>
      <p:sp>
        <p:nvSpPr>
          <p:cNvPr id="432" name="Google Shape;432;p57"/>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p:txBody>
      </p:sp>
      <p:sp>
        <p:nvSpPr>
          <p:cNvPr id="433" name="Google Shape;433;p57"/>
          <p:cNvSpPr/>
          <p:nvPr>
            <p:ph idx="8" type="pic"/>
          </p:nvPr>
        </p:nvSpPr>
        <p:spPr>
          <a:xfrm>
            <a:off x="3389588" y="3489487"/>
            <a:ext cx="1643700" cy="1535100"/>
          </a:xfrm>
          <a:prstGeom prst="rect">
            <a:avLst/>
          </a:prstGeom>
          <a:noFill/>
          <a:ln>
            <a:noFill/>
          </a:ln>
        </p:spPr>
      </p:sp>
      <p:sp>
        <p:nvSpPr>
          <p:cNvPr id="434" name="Google Shape;434;p57"/>
          <p:cNvSpPr/>
          <p:nvPr>
            <p:ph idx="9" type="pic"/>
          </p:nvPr>
        </p:nvSpPr>
        <p:spPr>
          <a:xfrm>
            <a:off x="5195922" y="3489487"/>
            <a:ext cx="1643700" cy="1535100"/>
          </a:xfrm>
          <a:prstGeom prst="rect">
            <a:avLst/>
          </a:prstGeom>
          <a:noFill/>
          <a:ln>
            <a:noFill/>
          </a:ln>
        </p:spPr>
      </p:sp>
      <p:sp>
        <p:nvSpPr>
          <p:cNvPr id="435" name="Google Shape;435;p57"/>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45" Type="http://schemas.openxmlformats.org/officeDocument/2006/relationships/theme" Target="../theme/theme1.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3"/>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56025" y="2647675"/>
            <a:ext cx="3639600" cy="2239800"/>
          </a:xfrm>
          <a:prstGeom prst="rect">
            <a:avLst/>
          </a:prstGeom>
          <a:noFill/>
          <a:ln>
            <a:noFill/>
          </a:ln>
        </p:spPr>
        <p:txBody>
          <a:bodyPr anchorCtr="0" anchor="t" bIns="0" lIns="0" spcFirstLastPara="1" rIns="0" wrap="square" tIns="0">
            <a:spAutoFit/>
          </a:bodyPr>
          <a:lstStyle>
            <a:lvl1pPr indent="-285750" lvl="0" marL="457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lnSpc>
                <a:spcPct val="115000"/>
              </a:lnSpc>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
        <p:nvSpPr>
          <p:cNvPr id="52" name="Google Shape;52;p13"/>
          <p:cNvSpPr txBox="1"/>
          <p:nvPr>
            <p:ph type="title"/>
          </p:nvPr>
        </p:nvSpPr>
        <p:spPr>
          <a:xfrm>
            <a:off x="256025" y="499600"/>
            <a:ext cx="5366700" cy="1248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4800"/>
              <a:buFont typeface="Source Serif 4"/>
              <a:buNone/>
              <a:defRPr i="1" sz="4800">
                <a:solidFill>
                  <a:schemeClr val="dk1"/>
                </a:solidFill>
                <a:latin typeface="Source Serif 4"/>
                <a:ea typeface="Source Serif 4"/>
                <a:cs typeface="Source Serif 4"/>
                <a:sym typeface="Source Serif 4"/>
              </a:defRPr>
            </a:lvl1pPr>
            <a:lvl2pPr lvl="1">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2pPr>
            <a:lvl3pPr lvl="2">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3pPr>
            <a:lvl4pPr lvl="3">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4pPr>
            <a:lvl5pPr lvl="4">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5pPr>
            <a:lvl6pPr lvl="5">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6pPr>
            <a:lvl7pPr lvl="6">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7pPr>
            <a:lvl8pPr lvl="7">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8pPr>
            <a:lvl9pPr lvl="8">
              <a:spcBef>
                <a:spcPts val="0"/>
              </a:spcBef>
              <a:spcAft>
                <a:spcPts val="0"/>
              </a:spcAft>
              <a:buClr>
                <a:schemeClr val="dk1"/>
              </a:buClr>
              <a:buSzPts val="4800"/>
              <a:buFont typeface="Source Serif 4"/>
              <a:buNone/>
              <a:defRPr sz="4800">
                <a:solidFill>
                  <a:schemeClr val="dk1"/>
                </a:solidFill>
                <a:latin typeface="Source Serif 4"/>
                <a:ea typeface="Source Serif 4"/>
                <a:cs typeface="Source Serif 4"/>
                <a:sym typeface="Source Serif 4"/>
              </a:defRPr>
            </a:lvl9pPr>
          </a:lstStyle>
          <a:p/>
        </p:txBody>
      </p:sp>
      <p:sp>
        <p:nvSpPr>
          <p:cNvPr id="53" name="Google Shape;53;p13"/>
          <p:cNvSpPr txBox="1"/>
          <p:nvPr>
            <p:ph idx="2" type="body"/>
          </p:nvPr>
        </p:nvSpPr>
        <p:spPr>
          <a:xfrm>
            <a:off x="4564425" y="2634200"/>
            <a:ext cx="3565200" cy="1566900"/>
          </a:xfrm>
          <a:prstGeom prst="rect">
            <a:avLst/>
          </a:prstGeom>
          <a:noFill/>
          <a:ln>
            <a:noFill/>
          </a:ln>
        </p:spPr>
        <p:txBody>
          <a:bodyPr anchorCtr="0" anchor="t" bIns="91425" lIns="91425" spcFirstLastPara="1" rIns="91425" wrap="square" tIns="91425">
            <a:noAutofit/>
          </a:bodyPr>
          <a:lstStyle>
            <a:lvl1pPr indent="-285750" lvl="0" marL="457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1pPr>
            <a:lvl2pPr indent="-285750" lvl="1" marL="914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2pPr>
            <a:lvl3pPr indent="-285750" lvl="2" marL="1371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3pPr>
            <a:lvl4pPr indent="-285750" lvl="3" marL="1828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4pPr>
            <a:lvl5pPr indent="-285750" lvl="4" marL="22860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5pPr>
            <a:lvl6pPr indent="-285750" lvl="5" marL="27432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6pPr>
            <a:lvl7pPr indent="-285750" lvl="6" marL="32004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7pPr>
            <a:lvl8pPr indent="-285750" lvl="7" marL="36576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8pPr>
            <a:lvl9pPr indent="-285750" lvl="8" marL="4114800">
              <a:spcBef>
                <a:spcPts val="0"/>
              </a:spcBef>
              <a:spcAft>
                <a:spcPts val="0"/>
              </a:spcAft>
              <a:buClr>
                <a:schemeClr val="lt2"/>
              </a:buClr>
              <a:buSzPts val="900"/>
              <a:buFont typeface="Montserrat"/>
              <a:buChar char="■"/>
              <a:defRPr sz="900">
                <a:solidFill>
                  <a:schemeClr val="lt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61">
          <p15:clr>
            <a:srgbClr val="E46962"/>
          </p15:clr>
        </p15:guide>
        <p15:guide id="2" pos="5599">
          <p15:clr>
            <a:srgbClr val="E46962"/>
          </p15:clr>
        </p15:guide>
        <p15:guide id="3" orient="horz" pos="161">
          <p15:clr>
            <a:srgbClr val="E46962"/>
          </p15:clr>
        </p15:guide>
        <p15:guide id="4" orient="horz" pos="3079">
          <p15:clr>
            <a:srgbClr val="E46962"/>
          </p15:clr>
        </p15:guide>
        <p15:guide id="5" pos="1463">
          <p15:clr>
            <a:srgbClr val="E46962"/>
          </p15:clr>
        </p15:guide>
        <p15:guide id="6" pos="1532">
          <p15:clr>
            <a:srgbClr val="E46962"/>
          </p15:clr>
        </p15:guide>
        <p15:guide id="7" pos="2845">
          <p15:clr>
            <a:srgbClr val="E46962"/>
          </p15:clr>
        </p15:guide>
        <p15:guide id="8" pos="2916">
          <p15:clr>
            <a:srgbClr val="E46962"/>
          </p15:clr>
        </p15:guide>
        <p15:guide id="9" pos="4228">
          <p15:clr>
            <a:srgbClr val="E46962"/>
          </p15:clr>
        </p15:guide>
        <p15:guide id="10" pos="4297">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pic>
        <p:nvPicPr>
          <p:cNvPr descr="Blue sky and fluffy clouds" id="440" name="Google Shape;440;p58"/>
          <p:cNvPicPr preferRelativeResize="0"/>
          <p:nvPr/>
        </p:nvPicPr>
        <p:blipFill rotWithShape="1">
          <a:blip r:embed="rId3">
            <a:alphaModFix/>
          </a:blip>
          <a:srcRect b="-12279" l="22481" r="30409" t="-22802"/>
          <a:stretch/>
        </p:blipFill>
        <p:spPr>
          <a:xfrm rot="-5400000">
            <a:off x="4693500" y="695025"/>
            <a:ext cx="3054300" cy="5846700"/>
          </a:xfrm>
          <a:prstGeom prst="round2SameRect">
            <a:avLst>
              <a:gd fmla="val 50000" name="adj1"/>
              <a:gd fmla="val 0" name="adj2"/>
            </a:avLst>
          </a:prstGeom>
          <a:noFill/>
          <a:ln>
            <a:noFill/>
          </a:ln>
        </p:spPr>
      </p:pic>
      <p:sp>
        <p:nvSpPr>
          <p:cNvPr id="441" name="Google Shape;441;p58"/>
          <p:cNvSpPr txBox="1"/>
          <p:nvPr>
            <p:ph type="title"/>
          </p:nvPr>
        </p:nvSpPr>
        <p:spPr>
          <a:xfrm>
            <a:off x="256050" y="3267000"/>
            <a:ext cx="2352600" cy="29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i="0" lang="en"/>
              <a:t>Owen McGinnis, Charlie O’Bryan, Michael Wang</a:t>
            </a:r>
            <a:endParaRPr i="0"/>
          </a:p>
        </p:txBody>
      </p:sp>
      <p:sp>
        <p:nvSpPr>
          <p:cNvPr id="442" name="Google Shape;442;p58"/>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p>
            <a:pPr indent="0" lvl="0" marL="0" rtl="0" algn="ctr">
              <a:spcBef>
                <a:spcPts val="0"/>
              </a:spcBef>
              <a:spcAft>
                <a:spcPts val="0"/>
              </a:spcAft>
              <a:buNone/>
            </a:pPr>
            <a:r>
              <a:rPr i="0" lang="en" sz="4600"/>
              <a:t>Classroom Demand and Crunch Time at Wake Forest</a:t>
            </a:r>
            <a:endParaRPr sz="4600">
              <a:latin typeface="Source Serif 4"/>
              <a:ea typeface="Source Serif 4"/>
              <a:cs typeface="Source Serif 4"/>
              <a:sym typeface="Source Serif 4"/>
            </a:endParaRPr>
          </a:p>
        </p:txBody>
      </p:sp>
      <p:sp>
        <p:nvSpPr>
          <p:cNvPr id="443" name="Google Shape;443;p58"/>
          <p:cNvSpPr txBox="1"/>
          <p:nvPr>
            <p:ph idx="1" type="subTitle"/>
          </p:nvPr>
        </p:nvSpPr>
        <p:spPr>
          <a:xfrm>
            <a:off x="7796300" y="11817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rPr lang="en">
                <a:solidFill>
                  <a:schemeClr val="lt2"/>
                </a:solidFill>
              </a:rPr>
              <a:t>October 2025</a:t>
            </a:r>
            <a:endParaRPr>
              <a:solidFill>
                <a:schemeClr val="lt2"/>
              </a:solidFill>
            </a:endParaRPr>
          </a:p>
        </p:txBody>
      </p:sp>
      <p:cxnSp>
        <p:nvCxnSpPr>
          <p:cNvPr id="444" name="Google Shape;444;p58"/>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445" name="Google Shape;445;p58"/>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46" name="Google Shape;446;p58"/>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50" name="Shape 450"/>
        <p:cNvGrpSpPr/>
        <p:nvPr/>
      </p:nvGrpSpPr>
      <p:grpSpPr>
        <a:xfrm>
          <a:off x="0" y="0"/>
          <a:ext cx="0" cy="0"/>
          <a:chOff x="0" y="0"/>
          <a:chExt cx="0" cy="0"/>
        </a:xfrm>
      </p:grpSpPr>
      <p:sp>
        <p:nvSpPr>
          <p:cNvPr id="451" name="Google Shape;451;p59"/>
          <p:cNvSpPr txBox="1"/>
          <p:nvPr>
            <p:ph type="title"/>
          </p:nvPr>
        </p:nvSpPr>
        <p:spPr>
          <a:xfrm>
            <a:off x="256025" y="213150"/>
            <a:ext cx="57501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Cleaning</a:t>
            </a:r>
            <a:endParaRPr/>
          </a:p>
        </p:txBody>
      </p:sp>
      <p:sp>
        <p:nvSpPr>
          <p:cNvPr id="452" name="Google Shape;452;p59"/>
          <p:cNvSpPr txBox="1"/>
          <p:nvPr>
            <p:ph idx="1" type="body"/>
          </p:nvPr>
        </p:nvSpPr>
        <p:spPr>
          <a:xfrm>
            <a:off x="437300" y="1279425"/>
            <a:ext cx="7925700" cy="3525000"/>
          </a:xfrm>
          <a:prstGeom prst="rect">
            <a:avLst/>
          </a:prstGeom>
        </p:spPr>
        <p:txBody>
          <a:bodyPr anchorCtr="0" anchor="t" bIns="0" lIns="0" spcFirstLastPara="1" rIns="0" wrap="square" tIns="0">
            <a:spAutoFit/>
          </a:bodyPr>
          <a:lstStyle/>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Filter the initial dataset into two datasets based on whether they are located in Wake Downtown or in Reynolda campus</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Remove Cancelled classes, B-school classes, Divinity classes, Independent studies, and Research classes from the dataset</a:t>
            </a:r>
            <a:endParaRPr>
              <a:solidFill>
                <a:srgbClr val="183C40"/>
              </a:solidFill>
            </a:endParaRPr>
          </a:p>
          <a:p>
            <a:pPr indent="0" lvl="0" marL="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Filtered for all rows to be affiliated with the undergraduate level. </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Cleaned up the data by removing irrelevant columns to our research question (i.e. Course subject, minimum hours, instructor email, etc.)</a:t>
            </a:r>
            <a:endParaRPr>
              <a:solidFill>
                <a:srgbClr val="183C40"/>
              </a:solidFill>
            </a:endParaRPr>
          </a:p>
          <a:p>
            <a:pPr indent="0" lvl="0" marL="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Get rid of Course Overlaps - Many rows in the dataset are repeats of courses that count as the same class in a different major (i.e. STA 310 and MTH 357)</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There existed several rows(some 400) for which there were more than one room listed and/or more than one meeting pattern listed.  This presents a problem. </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We elected to make each section with this problem into two rows, one with one pattern and room and one with the other.</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We then replaced each of these rows in the original data set, thus giving us one row for each pattern and room.</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285750" lvl="0" marL="457200" rtl="0" algn="l">
              <a:lnSpc>
                <a:spcPct val="100000"/>
              </a:lnSpc>
              <a:spcBef>
                <a:spcPts val="0"/>
              </a:spcBef>
              <a:spcAft>
                <a:spcPts val="0"/>
              </a:spcAft>
              <a:buClr>
                <a:srgbClr val="183C40"/>
              </a:buClr>
              <a:buSzPts val="900"/>
              <a:buFont typeface="Montserrat"/>
              <a:buAutoNum type="arabicPeriod"/>
            </a:pPr>
            <a:r>
              <a:rPr lang="en">
                <a:solidFill>
                  <a:srgbClr val="183C40"/>
                </a:solidFill>
              </a:rPr>
              <a:t>The process had to be repeated as there were some rows with duplicate meeting patterns, but not a duplicate room.</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0" lvl="0" marL="0" rtl="0" algn="l">
              <a:lnSpc>
                <a:spcPct val="100000"/>
              </a:lnSpc>
              <a:spcBef>
                <a:spcPts val="0"/>
              </a:spcBef>
              <a:spcAft>
                <a:spcPts val="0"/>
              </a:spcAft>
              <a:buNone/>
            </a:pPr>
            <a:r>
              <a:t/>
            </a:r>
            <a:endParaRPr>
              <a:solidFill>
                <a:srgbClr val="183C40"/>
              </a:solidFill>
            </a:endParaRPr>
          </a:p>
          <a:p>
            <a:pPr indent="0" lvl="0" marL="457200" rtl="0" algn="l">
              <a:lnSpc>
                <a:spcPct val="100000"/>
              </a:lnSpc>
              <a:spcBef>
                <a:spcPts val="0"/>
              </a:spcBef>
              <a:spcAft>
                <a:spcPts val="0"/>
              </a:spcAft>
              <a:buNone/>
            </a:pPr>
            <a:r>
              <a:t/>
            </a:r>
            <a:endParaRPr>
              <a:solidFill>
                <a:srgbClr val="183C40"/>
              </a:solidFill>
            </a:endParaRPr>
          </a:p>
          <a:p>
            <a:pPr indent="0" lvl="0" marL="0" rtl="0" algn="l">
              <a:lnSpc>
                <a:spcPct val="100000"/>
              </a:lnSpc>
              <a:spcBef>
                <a:spcPts val="0"/>
              </a:spcBef>
              <a:spcAft>
                <a:spcPts val="0"/>
              </a:spcAft>
              <a:buNone/>
            </a:pPr>
            <a:r>
              <a:t/>
            </a:r>
            <a:endParaRPr sz="400">
              <a:solidFill>
                <a:srgbClr val="183C40"/>
              </a:solidFill>
            </a:endParaRPr>
          </a:p>
          <a:p>
            <a:pPr indent="0" lvl="0" marL="0" rtl="0" algn="l">
              <a:lnSpc>
                <a:spcPct val="100000"/>
              </a:lnSpc>
              <a:spcBef>
                <a:spcPts val="0"/>
              </a:spcBef>
              <a:spcAft>
                <a:spcPts val="0"/>
              </a:spcAft>
              <a:buNone/>
            </a:pPr>
            <a:r>
              <a:t/>
            </a:r>
            <a:endParaRPr>
              <a:solidFill>
                <a:srgbClr val="183C40"/>
              </a:solidFill>
            </a:endParaRPr>
          </a:p>
          <a:p>
            <a:pPr indent="0" lvl="0" marL="0" rtl="0" algn="l">
              <a:lnSpc>
                <a:spcPct val="100000"/>
              </a:lnSpc>
              <a:spcBef>
                <a:spcPts val="0"/>
              </a:spcBef>
              <a:spcAft>
                <a:spcPts val="0"/>
              </a:spcAft>
              <a:buNone/>
            </a:pPr>
            <a:r>
              <a:t/>
            </a:r>
            <a:endParaRPr>
              <a:solidFill>
                <a:srgbClr val="183C4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6" name="Shape 456"/>
        <p:cNvGrpSpPr/>
        <p:nvPr/>
      </p:nvGrpSpPr>
      <p:grpSpPr>
        <a:xfrm>
          <a:off x="0" y="0"/>
          <a:ext cx="0" cy="0"/>
          <a:chOff x="0" y="0"/>
          <a:chExt cx="0" cy="0"/>
        </a:xfrm>
      </p:grpSpPr>
      <p:sp>
        <p:nvSpPr>
          <p:cNvPr id="457" name="Google Shape;457;p60"/>
          <p:cNvSpPr/>
          <p:nvPr>
            <p:ph idx="2" type="pic"/>
          </p:nvPr>
        </p:nvSpPr>
        <p:spPr>
          <a:xfrm rot="-5400000">
            <a:off x="4689300" y="690800"/>
            <a:ext cx="3062700" cy="5855100"/>
          </a:xfrm>
          <a:prstGeom prst="round2SameRect">
            <a:avLst>
              <a:gd fmla="val 16667" name="adj1"/>
              <a:gd fmla="val 0" name="adj2"/>
            </a:avLst>
          </a:prstGeom>
        </p:spPr>
      </p:sp>
      <p:sp>
        <p:nvSpPr>
          <p:cNvPr id="458" name="Google Shape;458;p60"/>
          <p:cNvSpPr txBox="1"/>
          <p:nvPr>
            <p:ph idx="1" type="subTitle"/>
          </p:nvPr>
        </p:nvSpPr>
        <p:spPr>
          <a:xfrm>
            <a:off x="429850" y="2428575"/>
            <a:ext cx="2515200" cy="160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How much demand is there for classroom space at Wake?</a:t>
            </a:r>
            <a:endParaRPr sz="1200"/>
          </a:p>
        </p:txBody>
      </p:sp>
      <p:sp>
        <p:nvSpPr>
          <p:cNvPr id="459" name="Google Shape;459;p60"/>
          <p:cNvSpPr txBox="1"/>
          <p:nvPr>
            <p:ph idx="4" type="title"/>
          </p:nvPr>
        </p:nvSpPr>
        <p:spPr>
          <a:xfrm>
            <a:off x="256050" y="256025"/>
            <a:ext cx="76176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Space Usage</a:t>
            </a:r>
            <a:endParaRPr/>
          </a:p>
        </p:txBody>
      </p:sp>
      <p:pic>
        <p:nvPicPr>
          <p:cNvPr descr="Blue sky and fluffy clouds" id="460" name="Google Shape;460;p60"/>
          <p:cNvPicPr preferRelativeResize="0"/>
          <p:nvPr/>
        </p:nvPicPr>
        <p:blipFill rotWithShape="1">
          <a:blip r:embed="rId3">
            <a:alphaModFix/>
          </a:blip>
          <a:srcRect b="-12279" l="22481" r="30409" t="-22802"/>
          <a:stretch/>
        </p:blipFill>
        <p:spPr>
          <a:xfrm rot="-5400000">
            <a:off x="4693500" y="695025"/>
            <a:ext cx="3054300" cy="5846700"/>
          </a:xfrm>
          <a:prstGeom prst="round2SameRect">
            <a:avLst>
              <a:gd fmla="val 50000" name="adj1"/>
              <a:gd fmla="val 0" name="adj2"/>
            </a:avLst>
          </a:prstGeom>
          <a:noFill/>
          <a:ln>
            <a:noFill/>
          </a:ln>
        </p:spPr>
      </p:pic>
      <p:cxnSp>
        <p:nvCxnSpPr>
          <p:cNvPr id="461" name="Google Shape;461;p60"/>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462" name="Google Shape;462;p60"/>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463" name="Google Shape;463;p60"/>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7" name="Shape 467"/>
        <p:cNvGrpSpPr/>
        <p:nvPr/>
      </p:nvGrpSpPr>
      <p:grpSpPr>
        <a:xfrm>
          <a:off x="0" y="0"/>
          <a:ext cx="0" cy="0"/>
          <a:chOff x="0" y="0"/>
          <a:chExt cx="0" cy="0"/>
        </a:xfrm>
      </p:grpSpPr>
      <p:sp>
        <p:nvSpPr>
          <p:cNvPr id="468" name="Google Shape;468;p61"/>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69" name="Google Shape;469;p61"/>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70" name="Google Shape;470;p61"/>
          <p:cNvSpPr txBox="1"/>
          <p:nvPr>
            <p:ph idx="1" type="subTitle"/>
          </p:nvPr>
        </p:nvSpPr>
        <p:spPr>
          <a:xfrm>
            <a:off x="6600900" y="2087000"/>
            <a:ext cx="2547300" cy="268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The chart at left shows the general distribution of classes at Wake Forest broken up into designated time blocks... “Pre-peak” - Before 9:30am, “Peak” - 9:30 am-1:59 pm, “Peakest Peak” - 2:00-2:</a:t>
            </a:r>
            <a:r>
              <a:rPr lang="en" sz="1000"/>
              <a:t>59 pm</a:t>
            </a:r>
            <a:r>
              <a:rPr lang="en" sz="1000"/>
              <a:t>, and “Post-Peak” - after 3:00 pm. Here, we see that the bulk of classes, some 76.2% to be exact, occur between 9:30 and 2:59 on a given day. </a:t>
            </a:r>
            <a:endParaRPr sz="1200"/>
          </a:p>
        </p:txBody>
      </p:sp>
      <p:sp>
        <p:nvSpPr>
          <p:cNvPr id="471" name="Google Shape;471;p61"/>
          <p:cNvSpPr txBox="1"/>
          <p:nvPr>
            <p:ph idx="4" type="title"/>
          </p:nvPr>
        </p:nvSpPr>
        <p:spPr>
          <a:xfrm>
            <a:off x="256050" y="256025"/>
            <a:ext cx="75972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1</a:t>
            </a:r>
            <a:endParaRPr sz="3500"/>
          </a:p>
          <a:p>
            <a:pPr indent="0" lvl="0" marL="0" rtl="0" algn="l">
              <a:spcBef>
                <a:spcPts val="0"/>
              </a:spcBef>
              <a:spcAft>
                <a:spcPts val="0"/>
              </a:spcAft>
              <a:buNone/>
            </a:pPr>
            <a:r>
              <a:t/>
            </a:r>
            <a:endParaRPr sz="3500"/>
          </a:p>
        </p:txBody>
      </p:sp>
      <p:pic>
        <p:nvPicPr>
          <p:cNvPr id="472" name="Google Shape;472;p61" title="Screenshot 2025-10-07 at 1.58.24 PM.png"/>
          <p:cNvPicPr preferRelativeResize="0"/>
          <p:nvPr/>
        </p:nvPicPr>
        <p:blipFill rotWithShape="1">
          <a:blip r:embed="rId3">
            <a:alphaModFix/>
          </a:blip>
          <a:srcRect b="91" l="0" r="567" t="-725"/>
          <a:stretch/>
        </p:blipFill>
        <p:spPr>
          <a:xfrm>
            <a:off x="0" y="814400"/>
            <a:ext cx="6346027" cy="40255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6" name="Shape 476"/>
        <p:cNvGrpSpPr/>
        <p:nvPr/>
      </p:nvGrpSpPr>
      <p:grpSpPr>
        <a:xfrm>
          <a:off x="0" y="0"/>
          <a:ext cx="0" cy="0"/>
          <a:chOff x="0" y="0"/>
          <a:chExt cx="0" cy="0"/>
        </a:xfrm>
      </p:grpSpPr>
      <p:sp>
        <p:nvSpPr>
          <p:cNvPr id="477" name="Google Shape;477;p62"/>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78" name="Google Shape;478;p62"/>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79" name="Google Shape;479;p62"/>
          <p:cNvSpPr txBox="1"/>
          <p:nvPr>
            <p:ph idx="1" type="subTitle"/>
          </p:nvPr>
        </p:nvSpPr>
        <p:spPr>
          <a:xfrm>
            <a:off x="6615775" y="2087000"/>
            <a:ext cx="2474700" cy="2238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Using the same “peak” designations, this plot shows the percentage of each classes taking place on each specific day. Similar to the general percentages, the vast majority of classes take place between 9:30 and 2:59. </a:t>
            </a:r>
            <a:endParaRPr sz="1000"/>
          </a:p>
          <a:p>
            <a:pPr indent="0" lvl="0" marL="0" rtl="0" algn="l">
              <a:spcBef>
                <a:spcPts val="0"/>
              </a:spcBef>
              <a:spcAft>
                <a:spcPts val="0"/>
              </a:spcAft>
              <a:buNone/>
            </a:pPr>
            <a:r>
              <a:t/>
            </a:r>
            <a:endParaRPr sz="1000"/>
          </a:p>
        </p:txBody>
      </p:sp>
      <p:sp>
        <p:nvSpPr>
          <p:cNvPr id="480" name="Google Shape;480;p62"/>
          <p:cNvSpPr txBox="1"/>
          <p:nvPr>
            <p:ph idx="4" type="title"/>
          </p:nvPr>
        </p:nvSpPr>
        <p:spPr>
          <a:xfrm>
            <a:off x="256050" y="256025"/>
            <a:ext cx="5316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2</a:t>
            </a:r>
            <a:endParaRPr sz="3500"/>
          </a:p>
          <a:p>
            <a:pPr indent="0" lvl="0" marL="0" rtl="0" algn="l">
              <a:spcBef>
                <a:spcPts val="0"/>
              </a:spcBef>
              <a:spcAft>
                <a:spcPts val="0"/>
              </a:spcAft>
              <a:buNone/>
            </a:pPr>
            <a:r>
              <a:t/>
            </a:r>
            <a:endParaRPr sz="3500"/>
          </a:p>
        </p:txBody>
      </p:sp>
      <p:pic>
        <p:nvPicPr>
          <p:cNvPr id="481" name="Google Shape;481;p62" title="Screenshot 2025-11-02 at 20.00.18.png"/>
          <p:cNvPicPr preferRelativeResize="0"/>
          <p:nvPr/>
        </p:nvPicPr>
        <p:blipFill>
          <a:blip r:embed="rId3">
            <a:alphaModFix/>
          </a:blip>
          <a:stretch>
            <a:fillRect/>
          </a:stretch>
        </p:blipFill>
        <p:spPr>
          <a:xfrm>
            <a:off x="190725" y="1040075"/>
            <a:ext cx="5447551" cy="33876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63"/>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87" name="Google Shape;487;p63"/>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88" name="Google Shape;488;p63"/>
          <p:cNvSpPr txBox="1"/>
          <p:nvPr>
            <p:ph idx="1" type="subTitle"/>
          </p:nvPr>
        </p:nvSpPr>
        <p:spPr>
          <a:xfrm>
            <a:off x="6637950" y="2087000"/>
            <a:ext cx="2463000" cy="208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For a better look at each day, this plot goes across the day, starting at 8:00 am, and examines the amount of classes starting at each hour. The more intense yellow suggests more classes</a:t>
            </a:r>
            <a:r>
              <a:rPr lang="en" sz="1000"/>
              <a:t>(and therefore more demand for classroom space)</a:t>
            </a:r>
            <a:r>
              <a:rPr lang="en" sz="1000"/>
              <a:t> while the deeper </a:t>
            </a:r>
            <a:r>
              <a:rPr lang="en" sz="1000"/>
              <a:t>purple</a:t>
            </a:r>
            <a:r>
              <a:rPr lang="en" sz="1000"/>
              <a:t> suggests fewer.</a:t>
            </a:r>
            <a:endParaRPr sz="1000"/>
          </a:p>
        </p:txBody>
      </p:sp>
      <p:sp>
        <p:nvSpPr>
          <p:cNvPr id="489" name="Google Shape;489;p63"/>
          <p:cNvSpPr txBox="1"/>
          <p:nvPr>
            <p:ph idx="4" type="title"/>
          </p:nvPr>
        </p:nvSpPr>
        <p:spPr>
          <a:xfrm>
            <a:off x="256050" y="256025"/>
            <a:ext cx="638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3</a:t>
            </a:r>
            <a:endParaRPr sz="3500"/>
          </a:p>
          <a:p>
            <a:pPr indent="0" lvl="0" marL="0" rtl="0" algn="l">
              <a:spcBef>
                <a:spcPts val="0"/>
              </a:spcBef>
              <a:spcAft>
                <a:spcPts val="0"/>
              </a:spcAft>
              <a:buNone/>
            </a:pPr>
            <a:r>
              <a:t/>
            </a:r>
            <a:endParaRPr sz="3500"/>
          </a:p>
        </p:txBody>
      </p:sp>
      <p:pic>
        <p:nvPicPr>
          <p:cNvPr id="490" name="Google Shape;490;p63" title="Screenshot 2025-10-06 at 9.43.45 PM.png"/>
          <p:cNvPicPr preferRelativeResize="0"/>
          <p:nvPr/>
        </p:nvPicPr>
        <p:blipFill rotWithShape="1">
          <a:blip r:embed="rId3">
            <a:alphaModFix/>
          </a:blip>
          <a:srcRect b="1663" l="0" r="0" t="1663"/>
          <a:stretch/>
        </p:blipFill>
        <p:spPr>
          <a:xfrm>
            <a:off x="0" y="919925"/>
            <a:ext cx="6585425" cy="3540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4" name="Shape 494"/>
        <p:cNvGrpSpPr/>
        <p:nvPr/>
      </p:nvGrpSpPr>
      <p:grpSpPr>
        <a:xfrm>
          <a:off x="0" y="0"/>
          <a:ext cx="0" cy="0"/>
          <a:chOff x="0" y="0"/>
          <a:chExt cx="0" cy="0"/>
        </a:xfrm>
      </p:grpSpPr>
      <p:sp>
        <p:nvSpPr>
          <p:cNvPr id="495" name="Google Shape;495;p64"/>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96" name="Google Shape;496;p64"/>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497" name="Google Shape;497;p64"/>
          <p:cNvSpPr txBox="1"/>
          <p:nvPr>
            <p:ph idx="1" type="subTitle"/>
          </p:nvPr>
        </p:nvSpPr>
        <p:spPr>
          <a:xfrm>
            <a:off x="6596700" y="2289250"/>
            <a:ext cx="2547300" cy="2055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 </a:t>
            </a:r>
            <a:r>
              <a:rPr lang="en" sz="1000"/>
              <a:t>Following</a:t>
            </a:r>
            <a:r>
              <a:rPr lang="en" sz="1000"/>
              <a:t> with the “peak” designations, this plot(and the following three) show the density of classes across each day of the week for each academic building on campus. This specific plot focuses on the “Pre-Peak” slot: classes beginning before 9:30 am.</a:t>
            </a:r>
            <a:endParaRPr sz="1000"/>
          </a:p>
        </p:txBody>
      </p:sp>
      <p:sp>
        <p:nvSpPr>
          <p:cNvPr id="498" name="Google Shape;498;p64"/>
          <p:cNvSpPr txBox="1"/>
          <p:nvPr>
            <p:ph idx="4" type="title"/>
          </p:nvPr>
        </p:nvSpPr>
        <p:spPr>
          <a:xfrm>
            <a:off x="256050" y="256025"/>
            <a:ext cx="66156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4</a:t>
            </a:r>
            <a:endParaRPr sz="3500"/>
          </a:p>
        </p:txBody>
      </p:sp>
      <p:pic>
        <p:nvPicPr>
          <p:cNvPr id="499" name="Google Shape;499;p64" title="Screenshot 2025-10-05 at 5.35.13 PM.png"/>
          <p:cNvPicPr preferRelativeResize="0"/>
          <p:nvPr/>
        </p:nvPicPr>
        <p:blipFill>
          <a:blip r:embed="rId3">
            <a:alphaModFix/>
          </a:blip>
          <a:stretch>
            <a:fillRect/>
          </a:stretch>
        </p:blipFill>
        <p:spPr>
          <a:xfrm>
            <a:off x="0" y="952700"/>
            <a:ext cx="6544773" cy="35184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3" name="Shape 503"/>
        <p:cNvGrpSpPr/>
        <p:nvPr/>
      </p:nvGrpSpPr>
      <p:grpSpPr>
        <a:xfrm>
          <a:off x="0" y="0"/>
          <a:ext cx="0" cy="0"/>
          <a:chOff x="0" y="0"/>
          <a:chExt cx="0" cy="0"/>
        </a:xfrm>
      </p:grpSpPr>
      <p:sp>
        <p:nvSpPr>
          <p:cNvPr id="504" name="Google Shape;504;p65"/>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05" name="Google Shape;505;p65"/>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06" name="Google Shape;506;p65"/>
          <p:cNvSpPr txBox="1"/>
          <p:nvPr>
            <p:ph idx="1" type="subTitle"/>
          </p:nvPr>
        </p:nvSpPr>
        <p:spPr>
          <a:xfrm>
            <a:off x="6605775" y="2087000"/>
            <a:ext cx="2433600" cy="1952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For the “Peak” slot: 9:30 am to 1:59 pm</a:t>
            </a:r>
            <a:endParaRPr sz="1000"/>
          </a:p>
        </p:txBody>
      </p:sp>
      <p:sp>
        <p:nvSpPr>
          <p:cNvPr id="507" name="Google Shape;507;p65"/>
          <p:cNvSpPr txBox="1"/>
          <p:nvPr>
            <p:ph idx="4" type="title"/>
          </p:nvPr>
        </p:nvSpPr>
        <p:spPr>
          <a:xfrm>
            <a:off x="256050" y="256025"/>
            <a:ext cx="67281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5</a:t>
            </a:r>
            <a:endParaRPr sz="3500"/>
          </a:p>
        </p:txBody>
      </p:sp>
      <p:pic>
        <p:nvPicPr>
          <p:cNvPr id="508" name="Google Shape;508;p65" title="Screenshot 2025-10-05 at 5.34.32 PM.png"/>
          <p:cNvPicPr preferRelativeResize="0"/>
          <p:nvPr/>
        </p:nvPicPr>
        <p:blipFill>
          <a:blip r:embed="rId3">
            <a:alphaModFix/>
          </a:blip>
          <a:stretch>
            <a:fillRect/>
          </a:stretch>
        </p:blipFill>
        <p:spPr>
          <a:xfrm>
            <a:off x="0" y="981000"/>
            <a:ext cx="6553124" cy="35229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2" name="Shape 512"/>
        <p:cNvGrpSpPr/>
        <p:nvPr/>
      </p:nvGrpSpPr>
      <p:grpSpPr>
        <a:xfrm>
          <a:off x="0" y="0"/>
          <a:ext cx="0" cy="0"/>
          <a:chOff x="0" y="0"/>
          <a:chExt cx="0" cy="0"/>
        </a:xfrm>
      </p:grpSpPr>
      <p:sp>
        <p:nvSpPr>
          <p:cNvPr id="513" name="Google Shape;513;p66"/>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14" name="Google Shape;514;p66"/>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15" name="Google Shape;515;p66"/>
          <p:cNvSpPr txBox="1"/>
          <p:nvPr>
            <p:ph idx="1" type="subTitle"/>
          </p:nvPr>
        </p:nvSpPr>
        <p:spPr>
          <a:xfrm>
            <a:off x="6650525" y="2120925"/>
            <a:ext cx="2430000" cy="1192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Continuing with the “Peakest Peak” block: 2:00 to 2:59 pm</a:t>
            </a:r>
            <a:endParaRPr sz="1000"/>
          </a:p>
        </p:txBody>
      </p:sp>
      <p:sp>
        <p:nvSpPr>
          <p:cNvPr id="516" name="Google Shape;516;p66"/>
          <p:cNvSpPr txBox="1"/>
          <p:nvPr>
            <p:ph idx="4" type="title"/>
          </p:nvPr>
        </p:nvSpPr>
        <p:spPr>
          <a:xfrm>
            <a:off x="256050" y="256025"/>
            <a:ext cx="69633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6</a:t>
            </a:r>
            <a:endParaRPr sz="3500"/>
          </a:p>
        </p:txBody>
      </p:sp>
      <p:pic>
        <p:nvPicPr>
          <p:cNvPr id="517" name="Google Shape;517;p66" title="Screenshot 2025-10-05 at 5.34.58 PM.png"/>
          <p:cNvPicPr preferRelativeResize="0"/>
          <p:nvPr/>
        </p:nvPicPr>
        <p:blipFill rotWithShape="1">
          <a:blip r:embed="rId3">
            <a:alphaModFix/>
          </a:blip>
          <a:srcRect b="0" l="0" r="0" t="0"/>
          <a:stretch/>
        </p:blipFill>
        <p:spPr>
          <a:xfrm>
            <a:off x="0" y="952725"/>
            <a:ext cx="6595599" cy="35458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1" name="Shape 521"/>
        <p:cNvGrpSpPr/>
        <p:nvPr/>
      </p:nvGrpSpPr>
      <p:grpSpPr>
        <a:xfrm>
          <a:off x="0" y="0"/>
          <a:ext cx="0" cy="0"/>
          <a:chOff x="0" y="0"/>
          <a:chExt cx="0" cy="0"/>
        </a:xfrm>
      </p:grpSpPr>
      <p:sp>
        <p:nvSpPr>
          <p:cNvPr id="522" name="Google Shape;522;p67"/>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23" name="Google Shape;523;p67"/>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24" name="Google Shape;524;p67"/>
          <p:cNvSpPr txBox="1"/>
          <p:nvPr>
            <p:ph idx="1" type="subTitle"/>
          </p:nvPr>
        </p:nvSpPr>
        <p:spPr>
          <a:xfrm>
            <a:off x="6586325" y="2087000"/>
            <a:ext cx="2352600" cy="1758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Finally, the “Post-Peak” block: 3:00 pm and later</a:t>
            </a:r>
            <a:endParaRPr sz="1000"/>
          </a:p>
        </p:txBody>
      </p:sp>
      <p:sp>
        <p:nvSpPr>
          <p:cNvPr id="525" name="Google Shape;525;p67"/>
          <p:cNvSpPr txBox="1"/>
          <p:nvPr>
            <p:ph idx="4" type="title"/>
          </p:nvPr>
        </p:nvSpPr>
        <p:spPr>
          <a:xfrm>
            <a:off x="256050" y="256025"/>
            <a:ext cx="69225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7</a:t>
            </a:r>
            <a:endParaRPr sz="3500"/>
          </a:p>
        </p:txBody>
      </p:sp>
      <p:pic>
        <p:nvPicPr>
          <p:cNvPr id="526" name="Google Shape;526;p67" title="Screenshot 2025-10-05 at 5.34.19 PM.png"/>
          <p:cNvPicPr preferRelativeResize="0"/>
          <p:nvPr/>
        </p:nvPicPr>
        <p:blipFill rotWithShape="1">
          <a:blip r:embed="rId3">
            <a:alphaModFix/>
          </a:blip>
          <a:srcRect b="0" l="0" r="0" t="0"/>
          <a:stretch/>
        </p:blipFill>
        <p:spPr>
          <a:xfrm>
            <a:off x="0" y="947250"/>
            <a:ext cx="6493599" cy="3490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0" name="Shape 530"/>
        <p:cNvGrpSpPr/>
        <p:nvPr/>
      </p:nvGrpSpPr>
      <p:grpSpPr>
        <a:xfrm>
          <a:off x="0" y="0"/>
          <a:ext cx="0" cy="0"/>
          <a:chOff x="0" y="0"/>
          <a:chExt cx="0" cy="0"/>
        </a:xfrm>
      </p:grpSpPr>
      <p:sp>
        <p:nvSpPr>
          <p:cNvPr id="531" name="Google Shape;531;p68"/>
          <p:cNvSpPr txBox="1"/>
          <p:nvPr>
            <p:ph idx="1" type="subTitle"/>
          </p:nvPr>
        </p:nvSpPr>
        <p:spPr>
          <a:xfrm>
            <a:off x="469100" y="2433900"/>
            <a:ext cx="3181500" cy="131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200"/>
              <a:t>How much demand is there for general-use classrooms on campus?</a:t>
            </a:r>
            <a:endParaRPr sz="1200"/>
          </a:p>
        </p:txBody>
      </p:sp>
      <p:sp>
        <p:nvSpPr>
          <p:cNvPr id="532" name="Google Shape;532;p68"/>
          <p:cNvSpPr txBox="1"/>
          <p:nvPr>
            <p:ph idx="4" type="title"/>
          </p:nvPr>
        </p:nvSpPr>
        <p:spPr>
          <a:xfrm>
            <a:off x="256050" y="256025"/>
            <a:ext cx="81393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General-Use Classroom Space</a:t>
            </a:r>
            <a:endParaRPr/>
          </a:p>
        </p:txBody>
      </p:sp>
      <p:sp>
        <p:nvSpPr>
          <p:cNvPr id="533" name="Google Shape;533;p68"/>
          <p:cNvSpPr/>
          <p:nvPr>
            <p:ph idx="2" type="pic"/>
          </p:nvPr>
        </p:nvSpPr>
        <p:spPr>
          <a:xfrm rot="-5400000">
            <a:off x="4689300" y="690800"/>
            <a:ext cx="3062700" cy="5855100"/>
          </a:xfrm>
          <a:prstGeom prst="round2SameRect">
            <a:avLst>
              <a:gd fmla="val 16667" name="adj1"/>
              <a:gd fmla="val 0" name="adj2"/>
            </a:avLst>
          </a:prstGeom>
        </p:spPr>
      </p:sp>
      <p:pic>
        <p:nvPicPr>
          <p:cNvPr descr="Blue sky and fluffy clouds" id="534" name="Google Shape;534;p68"/>
          <p:cNvPicPr preferRelativeResize="0"/>
          <p:nvPr/>
        </p:nvPicPr>
        <p:blipFill rotWithShape="1">
          <a:blip r:embed="rId3">
            <a:alphaModFix/>
          </a:blip>
          <a:srcRect b="-12279" l="22481" r="30409" t="-22802"/>
          <a:stretch/>
        </p:blipFill>
        <p:spPr>
          <a:xfrm rot="-5400000">
            <a:off x="4693500" y="695025"/>
            <a:ext cx="3054300" cy="5846700"/>
          </a:xfrm>
          <a:prstGeom prst="round2SameRect">
            <a:avLst>
              <a:gd fmla="val 50000" name="adj1"/>
              <a:gd fmla="val 0" name="adj2"/>
            </a:avLst>
          </a:prstGeom>
          <a:noFill/>
          <a:ln>
            <a:noFill/>
          </a:ln>
        </p:spPr>
      </p:pic>
      <p:cxnSp>
        <p:nvCxnSpPr>
          <p:cNvPr id="535" name="Google Shape;535;p68"/>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536" name="Google Shape;536;p68"/>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37" name="Google Shape;537;p68"/>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69"/>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43" name="Google Shape;543;p69"/>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44" name="Google Shape;544;p69"/>
          <p:cNvSpPr txBox="1"/>
          <p:nvPr>
            <p:ph idx="1" type="subTitle"/>
          </p:nvPr>
        </p:nvSpPr>
        <p:spPr>
          <a:xfrm>
            <a:off x="6534200" y="2137525"/>
            <a:ext cx="2524500" cy="231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Similar to the general visualization, the more intense yellow indicates more classes(and therefore more demand for classroom space) and the deeper purple represents fewer classes. This plot only shows results for </a:t>
            </a:r>
            <a:r>
              <a:rPr lang="en" sz="1000"/>
              <a:t>classes</a:t>
            </a:r>
            <a:r>
              <a:rPr lang="en" sz="1000"/>
              <a:t> in general-use rooms.</a:t>
            </a:r>
            <a:endParaRPr sz="1000"/>
          </a:p>
        </p:txBody>
      </p:sp>
      <p:sp>
        <p:nvSpPr>
          <p:cNvPr id="545" name="Google Shape;545;p69"/>
          <p:cNvSpPr txBox="1"/>
          <p:nvPr>
            <p:ph idx="4" type="title"/>
          </p:nvPr>
        </p:nvSpPr>
        <p:spPr>
          <a:xfrm>
            <a:off x="256050" y="256025"/>
            <a:ext cx="6455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1</a:t>
            </a:r>
            <a:endParaRPr sz="3500"/>
          </a:p>
        </p:txBody>
      </p:sp>
      <p:pic>
        <p:nvPicPr>
          <p:cNvPr id="546" name="Google Shape;546;p69" title="Screenshot 2025-10-06 at 9.43.18 PM.png"/>
          <p:cNvPicPr preferRelativeResize="0"/>
          <p:nvPr/>
        </p:nvPicPr>
        <p:blipFill rotWithShape="1">
          <a:blip r:embed="rId3">
            <a:alphaModFix/>
          </a:blip>
          <a:srcRect b="0" l="816" r="816" t="0"/>
          <a:stretch/>
        </p:blipFill>
        <p:spPr>
          <a:xfrm>
            <a:off x="38275" y="941775"/>
            <a:ext cx="6455700" cy="34705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0" name="Shape 550"/>
        <p:cNvGrpSpPr/>
        <p:nvPr/>
      </p:nvGrpSpPr>
      <p:grpSpPr>
        <a:xfrm>
          <a:off x="0" y="0"/>
          <a:ext cx="0" cy="0"/>
          <a:chOff x="0" y="0"/>
          <a:chExt cx="0" cy="0"/>
        </a:xfrm>
      </p:grpSpPr>
      <p:sp>
        <p:nvSpPr>
          <p:cNvPr id="551" name="Google Shape;551;p70"/>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2" name="Google Shape;552;p70"/>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53" name="Google Shape;553;p70"/>
          <p:cNvSpPr txBox="1"/>
          <p:nvPr>
            <p:ph idx="1" type="subTitle"/>
          </p:nvPr>
        </p:nvSpPr>
        <p:spPr>
          <a:xfrm>
            <a:off x="6609625" y="2082851"/>
            <a:ext cx="2470800" cy="128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This plot shows the percentage of classes taking place in general-use classrooms for each day in the week. The larger bars indicate higher percentages. There is an ever bigger percentage of </a:t>
            </a:r>
            <a:r>
              <a:rPr lang="en" sz="1000"/>
              <a:t>classes</a:t>
            </a:r>
            <a:r>
              <a:rPr lang="en" sz="1000"/>
              <a:t> between 9:30 am and 1:59 pm.</a:t>
            </a:r>
            <a:endParaRPr sz="1000"/>
          </a:p>
        </p:txBody>
      </p:sp>
      <p:sp>
        <p:nvSpPr>
          <p:cNvPr id="554" name="Google Shape;554;p70"/>
          <p:cNvSpPr txBox="1"/>
          <p:nvPr>
            <p:ph idx="4" type="title"/>
          </p:nvPr>
        </p:nvSpPr>
        <p:spPr>
          <a:xfrm>
            <a:off x="256050" y="256025"/>
            <a:ext cx="7259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2</a:t>
            </a:r>
            <a:endParaRPr sz="3500"/>
          </a:p>
        </p:txBody>
      </p:sp>
      <p:pic>
        <p:nvPicPr>
          <p:cNvPr id="555" name="Google Shape;555;p70" title="Screenshot 2025-10-07 at 6.58.35 PM.png"/>
          <p:cNvPicPr preferRelativeResize="0"/>
          <p:nvPr/>
        </p:nvPicPr>
        <p:blipFill rotWithShape="1">
          <a:blip r:embed="rId3">
            <a:alphaModFix/>
          </a:blip>
          <a:srcRect b="651" l="0" r="0" t="651"/>
          <a:stretch/>
        </p:blipFill>
        <p:spPr>
          <a:xfrm>
            <a:off x="0" y="899850"/>
            <a:ext cx="6493600" cy="36083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71"/>
          <p:cNvSpPr txBox="1"/>
          <p:nvPr>
            <p:ph type="title"/>
          </p:nvPr>
        </p:nvSpPr>
        <p:spPr>
          <a:xfrm>
            <a:off x="256050" y="2745300"/>
            <a:ext cx="2772000" cy="29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rPr>
              <a:t>Similar Visualizations - but taking first and second half of semester classes into account</a:t>
            </a:r>
            <a:endParaRPr>
              <a:solidFill>
                <a:schemeClr val="dk1"/>
              </a:solidFill>
            </a:endParaRPr>
          </a:p>
        </p:txBody>
      </p:sp>
      <p:sp>
        <p:nvSpPr>
          <p:cNvPr id="561" name="Google Shape;561;p71"/>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562" name="Google Shape;562;p71"/>
          <p:cNvSpPr txBox="1"/>
          <p:nvPr>
            <p:ph idx="4" type="title"/>
          </p:nvPr>
        </p:nvSpPr>
        <p:spPr>
          <a:xfrm>
            <a:off x="256050" y="256025"/>
            <a:ext cx="79866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Half Semester Classes</a:t>
            </a:r>
            <a:endParaRPr/>
          </a:p>
        </p:txBody>
      </p:sp>
      <p:sp>
        <p:nvSpPr>
          <p:cNvPr id="563" name="Google Shape;563;p71"/>
          <p:cNvSpPr/>
          <p:nvPr>
            <p:ph idx="2" type="pic"/>
          </p:nvPr>
        </p:nvSpPr>
        <p:spPr>
          <a:xfrm rot="-5400000">
            <a:off x="4689300" y="690800"/>
            <a:ext cx="3062700" cy="5855100"/>
          </a:xfrm>
          <a:prstGeom prst="round2SameRect">
            <a:avLst>
              <a:gd fmla="val 16667" name="adj1"/>
              <a:gd fmla="val 0" name="adj2"/>
            </a:avLst>
          </a:prstGeom>
        </p:spPr>
      </p:sp>
      <p:pic>
        <p:nvPicPr>
          <p:cNvPr descr="Blue sky and fluffy clouds" id="564" name="Google Shape;564;p71"/>
          <p:cNvPicPr preferRelativeResize="0"/>
          <p:nvPr/>
        </p:nvPicPr>
        <p:blipFill rotWithShape="1">
          <a:blip r:embed="rId3">
            <a:alphaModFix/>
          </a:blip>
          <a:srcRect b="-12279" l="22481" r="30409" t="-22802"/>
          <a:stretch/>
        </p:blipFill>
        <p:spPr>
          <a:xfrm rot="-5400000">
            <a:off x="4693500" y="695025"/>
            <a:ext cx="3054300" cy="5846700"/>
          </a:xfrm>
          <a:prstGeom prst="round2SameRect">
            <a:avLst>
              <a:gd fmla="val 50000" name="adj1"/>
              <a:gd fmla="val 0" name="adj2"/>
            </a:avLst>
          </a:prstGeom>
          <a:noFill/>
          <a:ln>
            <a:noFill/>
          </a:ln>
        </p:spPr>
      </p:pic>
      <p:cxnSp>
        <p:nvCxnSpPr>
          <p:cNvPr id="565" name="Google Shape;565;p71"/>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566" name="Google Shape;566;p71"/>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567" name="Google Shape;567;p71"/>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1" name="Shape 571"/>
        <p:cNvGrpSpPr/>
        <p:nvPr/>
      </p:nvGrpSpPr>
      <p:grpSpPr>
        <a:xfrm>
          <a:off x="0" y="0"/>
          <a:ext cx="0" cy="0"/>
          <a:chOff x="0" y="0"/>
          <a:chExt cx="0" cy="0"/>
        </a:xfrm>
      </p:grpSpPr>
      <p:sp>
        <p:nvSpPr>
          <p:cNvPr id="572" name="Google Shape;572;p72"/>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73" name="Google Shape;573;p72"/>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74" name="Google Shape;574;p72"/>
          <p:cNvSpPr txBox="1"/>
          <p:nvPr>
            <p:ph idx="1" type="subTitle"/>
          </p:nvPr>
        </p:nvSpPr>
        <p:spPr>
          <a:xfrm>
            <a:off x="6609625" y="2082851"/>
            <a:ext cx="2470800" cy="128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This plot shows the percentage of classes taking place in general-use classrooms for each day in the week. The larger bars indicate higher percentages. There is an ever bigger percentage of classes between 9:30 am and 1:59 pm.</a:t>
            </a:r>
            <a:endParaRPr sz="1000"/>
          </a:p>
        </p:txBody>
      </p:sp>
      <p:sp>
        <p:nvSpPr>
          <p:cNvPr id="575" name="Google Shape;575;p72"/>
          <p:cNvSpPr txBox="1"/>
          <p:nvPr>
            <p:ph idx="4" type="title"/>
          </p:nvPr>
        </p:nvSpPr>
        <p:spPr>
          <a:xfrm>
            <a:off x="256050" y="256025"/>
            <a:ext cx="7259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1</a:t>
            </a:r>
            <a:endParaRPr sz="3500"/>
          </a:p>
        </p:txBody>
      </p:sp>
      <p:pic>
        <p:nvPicPr>
          <p:cNvPr id="576" name="Google Shape;576;p72" title="Screenshot 2025-10-08 at 4.25.07 PM.png"/>
          <p:cNvPicPr preferRelativeResize="0"/>
          <p:nvPr/>
        </p:nvPicPr>
        <p:blipFill rotWithShape="1">
          <a:blip r:embed="rId3">
            <a:alphaModFix/>
          </a:blip>
          <a:srcRect b="0" l="2073" r="1514" t="0"/>
          <a:stretch/>
        </p:blipFill>
        <p:spPr>
          <a:xfrm>
            <a:off x="0" y="899850"/>
            <a:ext cx="6542802" cy="3615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0" name="Shape 580"/>
        <p:cNvGrpSpPr/>
        <p:nvPr/>
      </p:nvGrpSpPr>
      <p:grpSpPr>
        <a:xfrm>
          <a:off x="0" y="0"/>
          <a:ext cx="0" cy="0"/>
          <a:chOff x="0" y="0"/>
          <a:chExt cx="0" cy="0"/>
        </a:xfrm>
      </p:grpSpPr>
      <p:sp>
        <p:nvSpPr>
          <p:cNvPr id="581" name="Google Shape;581;p73"/>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82" name="Google Shape;582;p73"/>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83" name="Google Shape;583;p73"/>
          <p:cNvSpPr txBox="1"/>
          <p:nvPr>
            <p:ph idx="1" type="subTitle"/>
          </p:nvPr>
        </p:nvSpPr>
        <p:spPr>
          <a:xfrm>
            <a:off x="6609625" y="1672600"/>
            <a:ext cx="2470800" cy="169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This plot shows the percentage of 2nd half semester classes taking place in general-use classrooms for each day in the week. The larger bars indicate higher percentages. There is an even bigger percentage of classes between 9:30 am and 1:59 pm.</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As you can see, there is barely any difference between the heatmaps in this slide and the previous one (in terms of class timing)</a:t>
            </a:r>
            <a:endParaRPr sz="1000"/>
          </a:p>
        </p:txBody>
      </p:sp>
      <p:sp>
        <p:nvSpPr>
          <p:cNvPr id="584" name="Google Shape;584;p73"/>
          <p:cNvSpPr txBox="1"/>
          <p:nvPr>
            <p:ph idx="4" type="title"/>
          </p:nvPr>
        </p:nvSpPr>
        <p:spPr>
          <a:xfrm>
            <a:off x="256050" y="256025"/>
            <a:ext cx="7259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2</a:t>
            </a:r>
            <a:endParaRPr sz="3500"/>
          </a:p>
        </p:txBody>
      </p:sp>
      <p:pic>
        <p:nvPicPr>
          <p:cNvPr id="585" name="Google Shape;585;p73" title="Screenshot 2025-10-08 at 4.25.16 PM.png"/>
          <p:cNvPicPr preferRelativeResize="0"/>
          <p:nvPr/>
        </p:nvPicPr>
        <p:blipFill rotWithShape="1">
          <a:blip r:embed="rId3">
            <a:alphaModFix/>
          </a:blip>
          <a:srcRect b="-2470" l="2122" r="-363" t="0"/>
          <a:stretch/>
        </p:blipFill>
        <p:spPr>
          <a:xfrm>
            <a:off x="0" y="899850"/>
            <a:ext cx="6544998" cy="3636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9" name="Shape 589"/>
        <p:cNvGrpSpPr/>
        <p:nvPr/>
      </p:nvGrpSpPr>
      <p:grpSpPr>
        <a:xfrm>
          <a:off x="0" y="0"/>
          <a:ext cx="0" cy="0"/>
          <a:chOff x="0" y="0"/>
          <a:chExt cx="0" cy="0"/>
        </a:xfrm>
      </p:grpSpPr>
      <p:sp>
        <p:nvSpPr>
          <p:cNvPr id="590" name="Google Shape;590;p74"/>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91" name="Google Shape;591;p74"/>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592" name="Google Shape;592;p74"/>
          <p:cNvSpPr txBox="1"/>
          <p:nvPr>
            <p:ph idx="1" type="subTitle"/>
          </p:nvPr>
        </p:nvSpPr>
        <p:spPr>
          <a:xfrm>
            <a:off x="6609625" y="2082851"/>
            <a:ext cx="2470800" cy="128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This plot shows the total half-semester classes each day in the week by building. The more intense colors represent higher counts.</a:t>
            </a:r>
            <a:endParaRPr sz="1000"/>
          </a:p>
        </p:txBody>
      </p:sp>
      <p:sp>
        <p:nvSpPr>
          <p:cNvPr id="593" name="Google Shape;593;p74"/>
          <p:cNvSpPr txBox="1"/>
          <p:nvPr>
            <p:ph idx="4" type="title"/>
          </p:nvPr>
        </p:nvSpPr>
        <p:spPr>
          <a:xfrm>
            <a:off x="256050" y="256025"/>
            <a:ext cx="7259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3</a:t>
            </a:r>
            <a:endParaRPr sz="3500"/>
          </a:p>
        </p:txBody>
      </p:sp>
      <p:pic>
        <p:nvPicPr>
          <p:cNvPr id="594" name="Google Shape;594;p74" title="Screenshot 2025-11-02 at 20.25.27.png"/>
          <p:cNvPicPr preferRelativeResize="0"/>
          <p:nvPr/>
        </p:nvPicPr>
        <p:blipFill>
          <a:blip r:embed="rId3">
            <a:alphaModFix/>
          </a:blip>
          <a:stretch>
            <a:fillRect/>
          </a:stretch>
        </p:blipFill>
        <p:spPr>
          <a:xfrm>
            <a:off x="339725" y="976750"/>
            <a:ext cx="6060325" cy="38308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8" name="Shape 598"/>
        <p:cNvGrpSpPr/>
        <p:nvPr/>
      </p:nvGrpSpPr>
      <p:grpSpPr>
        <a:xfrm>
          <a:off x="0" y="0"/>
          <a:ext cx="0" cy="0"/>
          <a:chOff x="0" y="0"/>
          <a:chExt cx="0" cy="0"/>
        </a:xfrm>
      </p:grpSpPr>
      <p:sp>
        <p:nvSpPr>
          <p:cNvPr id="599" name="Google Shape;599;p75"/>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00" name="Google Shape;600;p75"/>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01" name="Google Shape;601;p75"/>
          <p:cNvSpPr txBox="1"/>
          <p:nvPr>
            <p:ph idx="1" type="subTitle"/>
          </p:nvPr>
        </p:nvSpPr>
        <p:spPr>
          <a:xfrm>
            <a:off x="6609625" y="2082851"/>
            <a:ext cx="2470800" cy="1281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The same as the previous, but for the second half.</a:t>
            </a:r>
            <a:endParaRPr sz="1000"/>
          </a:p>
        </p:txBody>
      </p:sp>
      <p:sp>
        <p:nvSpPr>
          <p:cNvPr id="602" name="Google Shape;602;p75"/>
          <p:cNvSpPr txBox="1"/>
          <p:nvPr>
            <p:ph idx="4" type="title"/>
          </p:nvPr>
        </p:nvSpPr>
        <p:spPr>
          <a:xfrm>
            <a:off x="256050" y="256025"/>
            <a:ext cx="72597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4</a:t>
            </a:r>
            <a:endParaRPr sz="3500"/>
          </a:p>
        </p:txBody>
      </p:sp>
      <p:pic>
        <p:nvPicPr>
          <p:cNvPr id="603" name="Google Shape;603;p75" title="Screenshot 2025-11-02 at 20.26.38.png"/>
          <p:cNvPicPr preferRelativeResize="0"/>
          <p:nvPr/>
        </p:nvPicPr>
        <p:blipFill>
          <a:blip r:embed="rId3">
            <a:alphaModFix/>
          </a:blip>
          <a:stretch>
            <a:fillRect/>
          </a:stretch>
        </p:blipFill>
        <p:spPr>
          <a:xfrm>
            <a:off x="94800" y="893100"/>
            <a:ext cx="6196600" cy="3900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6"/>
          <p:cNvSpPr/>
          <p:nvPr>
            <p:ph idx="2" type="pic"/>
          </p:nvPr>
        </p:nvSpPr>
        <p:spPr>
          <a:xfrm rot="-5400000">
            <a:off x="4689300" y="690800"/>
            <a:ext cx="3062700" cy="5855100"/>
          </a:xfrm>
          <a:prstGeom prst="round2SameRect">
            <a:avLst>
              <a:gd fmla="val 16667" name="adj1"/>
              <a:gd fmla="val 0" name="adj2"/>
            </a:avLst>
          </a:prstGeom>
        </p:spPr>
      </p:sp>
      <p:sp>
        <p:nvSpPr>
          <p:cNvPr id="609" name="Google Shape;609;p76"/>
          <p:cNvSpPr txBox="1"/>
          <p:nvPr>
            <p:ph type="title"/>
          </p:nvPr>
        </p:nvSpPr>
        <p:spPr>
          <a:xfrm>
            <a:off x="365375" y="2614175"/>
            <a:ext cx="2352600" cy="616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solidFill>
                  <a:schemeClr val="dk1"/>
                </a:solidFill>
              </a:rPr>
              <a:t>Applying the same steps and visualizations, but to a separate dataset that only includes the Wake Forest downtown schedule.</a:t>
            </a:r>
            <a:endParaRPr>
              <a:solidFill>
                <a:schemeClr val="dk1"/>
              </a:solidFill>
            </a:endParaRPr>
          </a:p>
        </p:txBody>
      </p:sp>
      <p:sp>
        <p:nvSpPr>
          <p:cNvPr id="610" name="Google Shape;610;p76"/>
          <p:cNvSpPr txBox="1"/>
          <p:nvPr>
            <p:ph idx="1" type="subTitle"/>
          </p:nvPr>
        </p:nvSpPr>
        <p:spPr>
          <a:xfrm>
            <a:off x="7657750" y="256025"/>
            <a:ext cx="1230300" cy="275700"/>
          </a:xfrm>
          <a:prstGeom prst="rect">
            <a:avLst/>
          </a:prstGeom>
        </p:spPr>
        <p:txBody>
          <a:bodyPr anchorCtr="0" anchor="t" bIns="0" lIns="0" spcFirstLastPara="1" rIns="0" wrap="square" tIns="0">
            <a:noAutofit/>
          </a:bodyPr>
          <a:lstStyle/>
          <a:p>
            <a:pPr indent="0" lvl="0" marL="0" rtl="0" algn="r">
              <a:spcBef>
                <a:spcPts val="0"/>
              </a:spcBef>
              <a:spcAft>
                <a:spcPts val="0"/>
              </a:spcAft>
              <a:buNone/>
            </a:pPr>
            <a:r>
              <a:t/>
            </a:r>
            <a:endParaRPr/>
          </a:p>
        </p:txBody>
      </p:sp>
      <p:sp>
        <p:nvSpPr>
          <p:cNvPr id="611" name="Google Shape;611;p76"/>
          <p:cNvSpPr txBox="1"/>
          <p:nvPr>
            <p:ph idx="4" type="title"/>
          </p:nvPr>
        </p:nvSpPr>
        <p:spPr>
          <a:xfrm>
            <a:off x="256050" y="256025"/>
            <a:ext cx="8631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Wake Downtown</a:t>
            </a:r>
            <a:endParaRPr/>
          </a:p>
        </p:txBody>
      </p:sp>
      <p:sp>
        <p:nvSpPr>
          <p:cNvPr id="612" name="Google Shape;612;p76"/>
          <p:cNvSpPr txBox="1"/>
          <p:nvPr/>
        </p:nvSpPr>
        <p:spPr>
          <a:xfrm>
            <a:off x="1011200" y="1186125"/>
            <a:ext cx="1869300" cy="11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900">
              <a:solidFill>
                <a:schemeClr val="lt2"/>
              </a:solidFill>
              <a:latin typeface="Montserrat"/>
              <a:ea typeface="Montserrat"/>
              <a:cs typeface="Montserrat"/>
              <a:sym typeface="Montserrat"/>
            </a:endParaRPr>
          </a:p>
        </p:txBody>
      </p:sp>
      <p:sp>
        <p:nvSpPr>
          <p:cNvPr id="613" name="Google Shape;613;p76"/>
          <p:cNvSpPr/>
          <p:nvPr>
            <p:ph idx="2" type="pic"/>
          </p:nvPr>
        </p:nvSpPr>
        <p:spPr>
          <a:xfrm rot="-5400000">
            <a:off x="4689300" y="690800"/>
            <a:ext cx="3062700" cy="5855100"/>
          </a:xfrm>
          <a:prstGeom prst="round2SameRect">
            <a:avLst>
              <a:gd fmla="val 16667" name="adj1"/>
              <a:gd fmla="val 0" name="adj2"/>
            </a:avLst>
          </a:prstGeom>
        </p:spPr>
      </p:sp>
      <p:pic>
        <p:nvPicPr>
          <p:cNvPr descr="Blue sky and fluffy clouds" id="614" name="Google Shape;614;p76"/>
          <p:cNvPicPr preferRelativeResize="0"/>
          <p:nvPr/>
        </p:nvPicPr>
        <p:blipFill rotWithShape="1">
          <a:blip r:embed="rId3">
            <a:alphaModFix/>
          </a:blip>
          <a:srcRect b="-12279" l="22481" r="30409" t="-22802"/>
          <a:stretch/>
        </p:blipFill>
        <p:spPr>
          <a:xfrm rot="-5400000">
            <a:off x="4693500" y="695025"/>
            <a:ext cx="3054300" cy="5846700"/>
          </a:xfrm>
          <a:prstGeom prst="round2SameRect">
            <a:avLst>
              <a:gd fmla="val 50000" name="adj1"/>
              <a:gd fmla="val 0" name="adj2"/>
            </a:avLst>
          </a:prstGeom>
          <a:noFill/>
          <a:ln>
            <a:noFill/>
          </a:ln>
        </p:spPr>
      </p:pic>
      <p:cxnSp>
        <p:nvCxnSpPr>
          <p:cNvPr id="615" name="Google Shape;615;p76"/>
          <p:cNvCxnSpPr/>
          <p:nvPr/>
        </p:nvCxnSpPr>
        <p:spPr>
          <a:xfrm>
            <a:off x="3297300" y="3618375"/>
            <a:ext cx="5846700" cy="0"/>
          </a:xfrm>
          <a:prstGeom prst="straightConnector1">
            <a:avLst/>
          </a:prstGeom>
          <a:noFill/>
          <a:ln cap="flat" cmpd="sng" w="9525">
            <a:solidFill>
              <a:schemeClr val="accent3"/>
            </a:solidFill>
            <a:prstDash val="solid"/>
            <a:round/>
            <a:headEnd len="med" w="med" type="none"/>
            <a:tailEnd len="med" w="med" type="none"/>
          </a:ln>
        </p:spPr>
      </p:cxnSp>
      <p:sp>
        <p:nvSpPr>
          <p:cNvPr id="616" name="Google Shape;616;p76"/>
          <p:cNvSpPr/>
          <p:nvPr/>
        </p:nvSpPr>
        <p:spPr>
          <a:xfrm>
            <a:off x="6093575" y="2093150"/>
            <a:ext cx="3050400" cy="3050400"/>
          </a:xfrm>
          <a:prstGeom prst="ellipse">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
        <p:nvSpPr>
          <p:cNvPr id="617" name="Google Shape;617;p76"/>
          <p:cNvSpPr/>
          <p:nvPr/>
        </p:nvSpPr>
        <p:spPr>
          <a:xfrm flipH="1">
            <a:off x="8338700" y="2810925"/>
            <a:ext cx="1614900" cy="1614900"/>
          </a:xfrm>
          <a:prstGeom prst="arc">
            <a:avLst>
              <a:gd fmla="val 16200000" name="adj1"/>
              <a:gd fmla="val 5413833" name="adj2"/>
            </a:avLst>
          </a:prstGeom>
          <a:no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1" name="Shape 621"/>
        <p:cNvGrpSpPr/>
        <p:nvPr/>
      </p:nvGrpSpPr>
      <p:grpSpPr>
        <a:xfrm>
          <a:off x="0" y="0"/>
          <a:ext cx="0" cy="0"/>
          <a:chOff x="0" y="0"/>
          <a:chExt cx="0" cy="0"/>
        </a:xfrm>
      </p:grpSpPr>
      <p:sp>
        <p:nvSpPr>
          <p:cNvPr id="622" name="Google Shape;622;p77"/>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23" name="Google Shape;623;p77"/>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24" name="Google Shape;624;p77"/>
          <p:cNvSpPr txBox="1"/>
          <p:nvPr>
            <p:ph idx="1" type="subTitle"/>
          </p:nvPr>
        </p:nvSpPr>
        <p:spPr>
          <a:xfrm>
            <a:off x="6523275" y="2038800"/>
            <a:ext cx="2524500" cy="3267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sz="1000"/>
          </a:p>
          <a:p>
            <a:pPr indent="0" lvl="0" marL="0" rtl="0" algn="l">
              <a:spcBef>
                <a:spcPts val="0"/>
              </a:spcBef>
              <a:spcAft>
                <a:spcPts val="0"/>
              </a:spcAft>
              <a:buNone/>
            </a:pPr>
            <a:r>
              <a:rPr lang="en" sz="1000"/>
              <a:t>Similar to the general visualization, the more intense yellow indicates more classes(and therefore more demand for classroom space) and the deeper purple represents fewer classes. This plot only shows results across the times of day for each day at Wake Downtown.</a:t>
            </a:r>
            <a:endParaRPr sz="1000"/>
          </a:p>
        </p:txBody>
      </p:sp>
      <p:sp>
        <p:nvSpPr>
          <p:cNvPr id="625" name="Google Shape;625;p77"/>
          <p:cNvSpPr txBox="1"/>
          <p:nvPr>
            <p:ph idx="4" type="title"/>
          </p:nvPr>
        </p:nvSpPr>
        <p:spPr>
          <a:xfrm>
            <a:off x="256050" y="256025"/>
            <a:ext cx="8106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1 - Wake Downtown </a:t>
            </a:r>
            <a:endParaRPr sz="3500"/>
          </a:p>
        </p:txBody>
      </p:sp>
      <p:pic>
        <p:nvPicPr>
          <p:cNvPr id="626" name="Google Shape;626;p77" title="Screenshot 2025-10-08 at 4.22.47 PM.png"/>
          <p:cNvPicPr preferRelativeResize="0"/>
          <p:nvPr/>
        </p:nvPicPr>
        <p:blipFill rotWithShape="1">
          <a:blip r:embed="rId3">
            <a:alphaModFix/>
          </a:blip>
          <a:srcRect b="0" l="456" r="456" t="0"/>
          <a:stretch/>
        </p:blipFill>
        <p:spPr>
          <a:xfrm>
            <a:off x="0" y="947250"/>
            <a:ext cx="6381972" cy="34309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0" name="Shape 630"/>
        <p:cNvGrpSpPr/>
        <p:nvPr/>
      </p:nvGrpSpPr>
      <p:grpSpPr>
        <a:xfrm>
          <a:off x="0" y="0"/>
          <a:ext cx="0" cy="0"/>
          <a:chOff x="0" y="0"/>
          <a:chExt cx="0" cy="0"/>
        </a:xfrm>
      </p:grpSpPr>
      <p:sp>
        <p:nvSpPr>
          <p:cNvPr id="631" name="Google Shape;631;p78"/>
          <p:cNvSpPr txBox="1"/>
          <p:nvPr>
            <p:ph type="title"/>
          </p:nvPr>
        </p:nvSpPr>
        <p:spPr>
          <a:xfrm>
            <a:off x="256050" y="331317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32" name="Google Shape;632;p78"/>
          <p:cNvSpPr txBox="1"/>
          <p:nvPr>
            <p:ph idx="3" type="title"/>
          </p:nvPr>
        </p:nvSpPr>
        <p:spPr>
          <a:xfrm>
            <a:off x="256050" y="3800525"/>
            <a:ext cx="235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t/>
            </a:r>
            <a:endParaRPr/>
          </a:p>
        </p:txBody>
      </p:sp>
      <p:sp>
        <p:nvSpPr>
          <p:cNvPr id="633" name="Google Shape;633;p78"/>
          <p:cNvSpPr txBox="1"/>
          <p:nvPr>
            <p:ph idx="1" type="subTitle"/>
          </p:nvPr>
        </p:nvSpPr>
        <p:spPr>
          <a:xfrm>
            <a:off x="6534200" y="2137525"/>
            <a:ext cx="2524500" cy="231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1000"/>
              <a:t>Similar to the general visualization, the more intense yellow indicates more classes(and therefore more demand for classroom space) and the deeper purple represents fewer classes. This plot only shows results for classes in Wake Downtown spaces.</a:t>
            </a:r>
            <a:endParaRPr sz="1000"/>
          </a:p>
        </p:txBody>
      </p:sp>
      <p:sp>
        <p:nvSpPr>
          <p:cNvPr id="634" name="Google Shape;634;p78"/>
          <p:cNvSpPr txBox="1"/>
          <p:nvPr>
            <p:ph idx="4" type="title"/>
          </p:nvPr>
        </p:nvSpPr>
        <p:spPr>
          <a:xfrm>
            <a:off x="256050" y="256025"/>
            <a:ext cx="8106900" cy="1135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500"/>
              <a:t>Visualization 2 - Wake Downtown </a:t>
            </a:r>
            <a:endParaRPr sz="3500"/>
          </a:p>
        </p:txBody>
      </p:sp>
      <p:pic>
        <p:nvPicPr>
          <p:cNvPr id="635" name="Google Shape;635;p78" title="Screenshot 2025-10-08 at 4.40.45 PM.png"/>
          <p:cNvPicPr preferRelativeResize="0"/>
          <p:nvPr/>
        </p:nvPicPr>
        <p:blipFill rotWithShape="1">
          <a:blip r:embed="rId3">
            <a:alphaModFix/>
          </a:blip>
          <a:srcRect b="3260" l="456" r="456" t="0"/>
          <a:stretch/>
        </p:blipFill>
        <p:spPr>
          <a:xfrm>
            <a:off x="0" y="947250"/>
            <a:ext cx="6381972" cy="3318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79"/>
          <p:cNvSpPr txBox="1"/>
          <p:nvPr>
            <p:ph type="title"/>
          </p:nvPr>
        </p:nvSpPr>
        <p:spPr>
          <a:xfrm>
            <a:off x="2322425" y="602225"/>
            <a:ext cx="6565800" cy="6420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Thank</a:t>
            </a:r>
            <a:endParaRPr/>
          </a:p>
        </p:txBody>
      </p:sp>
      <p:sp>
        <p:nvSpPr>
          <p:cNvPr id="641" name="Google Shape;641;p79"/>
          <p:cNvSpPr txBox="1"/>
          <p:nvPr>
            <p:ph idx="2" type="title"/>
          </p:nvPr>
        </p:nvSpPr>
        <p:spPr>
          <a:xfrm>
            <a:off x="2322425" y="1389575"/>
            <a:ext cx="6565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Quarterly Planning Meeting">
  <a:themeElements>
    <a:clrScheme name="Simple Light">
      <a:dk1>
        <a:srgbClr val="D21117"/>
      </a:dk1>
      <a:lt1>
        <a:srgbClr val="F6EEEB"/>
      </a:lt1>
      <a:dk2>
        <a:srgbClr val="ECECEC"/>
      </a:dk2>
      <a:lt2>
        <a:srgbClr val="353635"/>
      </a:lt2>
      <a:accent1>
        <a:srgbClr val="B9DFFF"/>
      </a:accent1>
      <a:accent2>
        <a:srgbClr val="006CE9"/>
      </a:accent2>
      <a:accent3>
        <a:srgbClr val="FBFAFA"/>
      </a:accent3>
      <a:accent4>
        <a:srgbClr val="686868"/>
      </a:accent4>
      <a:accent5>
        <a:srgbClr val="C5C5C5"/>
      </a:accent5>
      <a:accent6>
        <a:srgbClr val="FFC1C3"/>
      </a:accent6>
      <a:hlink>
        <a:srgbClr val="006CE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